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83" r:id="rId2"/>
    <p:sldId id="258" r:id="rId3"/>
    <p:sldId id="274" r:id="rId4"/>
    <p:sldId id="259" r:id="rId5"/>
    <p:sldId id="260" r:id="rId6"/>
    <p:sldId id="261" r:id="rId7"/>
    <p:sldId id="262" r:id="rId8"/>
    <p:sldId id="263" r:id="rId9"/>
    <p:sldId id="264" r:id="rId10"/>
    <p:sldId id="265" r:id="rId11"/>
    <p:sldId id="266" r:id="rId12"/>
    <p:sldId id="267" r:id="rId13"/>
    <p:sldId id="268" r:id="rId14"/>
    <p:sldId id="269" r:id="rId15"/>
    <p:sldId id="284" r:id="rId16"/>
    <p:sldId id="285" r:id="rId17"/>
    <p:sldId id="28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arshini Inkollu" initials="HI" lastIdx="1" clrIdx="0">
    <p:extLst>
      <p:ext uri="{19B8F6BF-5375-455C-9EA6-DF929625EA0E}">
        <p15:presenceInfo xmlns:p15="http://schemas.microsoft.com/office/powerpoint/2012/main" userId="4023f9adbacfb855"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5C9CA3"/>
    <a:srgbClr val="3A7A82"/>
    <a:srgbClr val="1C5D63"/>
    <a:srgbClr val="2F6F75"/>
    <a:srgbClr val="0A2A33"/>
    <a:srgbClr val="1E5F66"/>
    <a:srgbClr val="0E2F3A"/>
    <a:srgbClr val="0F4C5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6" d="100"/>
          <a:sy n="76" d="100"/>
        </p:scale>
        <p:origin x="43"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3" Type="http://schemas.openxmlformats.org/officeDocument/2006/relationships/slide" Target="slides/slide2.xml" /><Relationship Id="rId21" Type="http://schemas.openxmlformats.org/officeDocument/2006/relationships/presProps" Target="presProps.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microsoft.com/office/2016/11/relationships/changesInfo" Target="changesInfos/changesInfo1.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commentAuthors" Target="commentAuthor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tableStyles" Target="tableStyles.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theme" Target="theme/theme1.xml" /><Relationship Id="rId10" Type="http://schemas.openxmlformats.org/officeDocument/2006/relationships/slide" Target="slides/slide9.xml" /><Relationship Id="rId19" Type="http://schemas.openxmlformats.org/officeDocument/2006/relationships/notesMaster" Target="notesMasters/notesMaster1.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viewProps" Target="viewProps.xml" /></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eddada Prajna Sree Lakshmi" userId="2d105c66e08ef605" providerId="Windows Live" clId="Web-{DF17389E-434D-5389-01AB-F4EFABBE7D9F}"/>
    <pc:docChg chg="delSld modSld">
      <pc:chgData name="Geddada Prajna Sree Lakshmi" userId="2d105c66e08ef605" providerId="Windows Live" clId="Web-{DF17389E-434D-5389-01AB-F4EFABBE7D9F}" dt="2026-04-27T10:57:41.422" v="22" actId="20577"/>
      <pc:docMkLst>
        <pc:docMk/>
      </pc:docMkLst>
      <pc:sldChg chg="modSp">
        <pc:chgData name="Geddada Prajna Sree Lakshmi" userId="2d105c66e08ef605" providerId="Windows Live" clId="Web-{DF17389E-434D-5389-01AB-F4EFABBE7D9F}" dt="2026-04-27T10:56:28.187" v="19" actId="20577"/>
        <pc:sldMkLst>
          <pc:docMk/>
          <pc:sldMk cId="2430376878" sldId="260"/>
        </pc:sldMkLst>
        <pc:spChg chg="mod">
          <ac:chgData name="Geddada Prajna Sree Lakshmi" userId="2d105c66e08ef605" providerId="Windows Live" clId="Web-{DF17389E-434D-5389-01AB-F4EFABBE7D9F}" dt="2026-04-27T10:56:28.187" v="19" actId="20577"/>
          <ac:spMkLst>
            <pc:docMk/>
            <pc:sldMk cId="2430376878" sldId="260"/>
            <ac:spMk id="3" creationId="{DCA06827-A696-7AEE-51D9-79334D98226E}"/>
          </ac:spMkLst>
        </pc:spChg>
      </pc:sldChg>
      <pc:sldChg chg="modSp">
        <pc:chgData name="Geddada Prajna Sree Lakshmi" userId="2d105c66e08ef605" providerId="Windows Live" clId="Web-{DF17389E-434D-5389-01AB-F4EFABBE7D9F}" dt="2026-04-27T10:47:55.417" v="13"/>
        <pc:sldMkLst>
          <pc:docMk/>
          <pc:sldMk cId="2816402846" sldId="274"/>
        </pc:sldMkLst>
        <pc:graphicFrameChg chg="mod modGraphic">
          <ac:chgData name="Geddada Prajna Sree Lakshmi" userId="2d105c66e08ef605" providerId="Windows Live" clId="Web-{DF17389E-434D-5389-01AB-F4EFABBE7D9F}" dt="2026-04-27T10:47:55.417" v="13"/>
          <ac:graphicFrameMkLst>
            <pc:docMk/>
            <pc:sldMk cId="2816402846" sldId="274"/>
            <ac:graphicFrameMk id="18" creationId="{D5C560F5-BEF4-874D-1CAE-B9472E2EF8C2}"/>
          </ac:graphicFrameMkLst>
        </pc:graphicFrameChg>
      </pc:sldChg>
      <pc:sldChg chg="modSp">
        <pc:chgData name="Geddada Prajna Sree Lakshmi" userId="2d105c66e08ef605" providerId="Windows Live" clId="Web-{DF17389E-434D-5389-01AB-F4EFABBE7D9F}" dt="2026-04-27T10:48:49.871" v="14" actId="20577"/>
        <pc:sldMkLst>
          <pc:docMk/>
          <pc:sldMk cId="260034008" sldId="282"/>
        </pc:sldMkLst>
        <pc:spChg chg="mod">
          <ac:chgData name="Geddada Prajna Sree Lakshmi" userId="2d105c66e08ef605" providerId="Windows Live" clId="Web-{DF17389E-434D-5389-01AB-F4EFABBE7D9F}" dt="2026-04-27T10:48:49.871" v="14" actId="20577"/>
          <ac:spMkLst>
            <pc:docMk/>
            <pc:sldMk cId="260034008" sldId="282"/>
            <ac:spMk id="1247" creationId="{F6060976-6F9B-3E79-931B-0674E96EA724}"/>
          </ac:spMkLst>
        </pc:spChg>
      </pc:sldChg>
      <pc:sldChg chg="modSp">
        <pc:chgData name="Geddada Prajna Sree Lakshmi" userId="2d105c66e08ef605" providerId="Windows Live" clId="Web-{DF17389E-434D-5389-01AB-F4EFABBE7D9F}" dt="2026-04-27T10:57:36.062" v="21" actId="20577"/>
        <pc:sldMkLst>
          <pc:docMk/>
          <pc:sldMk cId="1018518032" sldId="284"/>
        </pc:sldMkLst>
        <pc:spChg chg="mod">
          <ac:chgData name="Geddada Prajna Sree Lakshmi" userId="2d105c66e08ef605" providerId="Windows Live" clId="Web-{DF17389E-434D-5389-01AB-F4EFABBE7D9F}" dt="2026-04-27T10:57:36.062" v="21" actId="20577"/>
          <ac:spMkLst>
            <pc:docMk/>
            <pc:sldMk cId="1018518032" sldId="284"/>
            <ac:spMk id="4" creationId="{224B44C7-0994-908F-E2D1-364E791A4649}"/>
          </ac:spMkLst>
        </pc:spChg>
      </pc:sldChg>
      <pc:sldChg chg="modSp">
        <pc:chgData name="Geddada Prajna Sree Lakshmi" userId="2d105c66e08ef605" providerId="Windows Live" clId="Web-{DF17389E-434D-5389-01AB-F4EFABBE7D9F}" dt="2026-04-27T10:57:41.422" v="22" actId="20577"/>
        <pc:sldMkLst>
          <pc:docMk/>
          <pc:sldMk cId="4214838925" sldId="285"/>
        </pc:sldMkLst>
        <pc:spChg chg="mod">
          <ac:chgData name="Geddada Prajna Sree Lakshmi" userId="2d105c66e08ef605" providerId="Windows Live" clId="Web-{DF17389E-434D-5389-01AB-F4EFABBE7D9F}" dt="2026-04-27T10:57:41.422" v="22" actId="20577"/>
          <ac:spMkLst>
            <pc:docMk/>
            <pc:sldMk cId="4214838925" sldId="285"/>
            <ac:spMk id="5" creationId="{BC97E016-EAF5-174C-ABE4-6130E0A41571}"/>
          </ac:spMkLst>
        </pc:spChg>
        <pc:spChg chg="mod">
          <ac:chgData name="Geddada Prajna Sree Lakshmi" userId="2d105c66e08ef605" providerId="Windows Live" clId="Web-{DF17389E-434D-5389-01AB-F4EFABBE7D9F}" dt="2026-04-27T10:49:20.278" v="15" actId="20577"/>
          <ac:spMkLst>
            <pc:docMk/>
            <pc:sldMk cId="4214838925" sldId="285"/>
            <ac:spMk id="9" creationId="{CFDD2537-C979-4903-82C8-45AE1EFBD8BA}"/>
          </ac:spMkLst>
        </pc:spChg>
      </pc:sldChg>
    </pc:docChg>
  </pc:docChgLst>
  <pc:docChgLst>
    <pc:chgData name="Geddada Prajna Sree Lakshmi" userId="2d105c66e08ef605" providerId="LiveId" clId="{5EB48F1A-03F4-3D60-BE05-D94D3A0E0CB6}"/>
    <pc:docChg chg="modSld">
      <pc:chgData name="Geddada Prajna Sree Lakshmi" userId="2d105c66e08ef605" providerId="LiveId" clId="{5EB48F1A-03F4-3D60-BE05-D94D3A0E0CB6}" dt="2026-05-02T02:42:13.874" v="1" actId="20577"/>
      <pc:docMkLst>
        <pc:docMk/>
      </pc:docMkLst>
      <pc:sldChg chg="modSp mod">
        <pc:chgData name="Geddada Prajna Sree Lakshmi" userId="2d105c66e08ef605" providerId="LiveId" clId="{5EB48F1A-03F4-3D60-BE05-D94D3A0E0CB6}" dt="2026-05-02T02:42:13.874" v="1" actId="20577"/>
        <pc:sldMkLst>
          <pc:docMk/>
          <pc:sldMk cId="1925309257" sldId="283"/>
        </pc:sldMkLst>
        <pc:spChg chg="mod">
          <ac:chgData name="Geddada Prajna Sree Lakshmi" userId="2d105c66e08ef605" providerId="LiveId" clId="{5EB48F1A-03F4-3D60-BE05-D94D3A0E0CB6}" dt="2026-05-02T02:42:13.874" v="1" actId="20577"/>
          <ac:spMkLst>
            <pc:docMk/>
            <pc:sldMk cId="1925309257" sldId="283"/>
            <ac:spMk id="3" creationId="{7B8B9D5F-28D1-83AB-7A87-DE382BE8C9B3}"/>
          </ac:spMkLst>
        </pc:spChg>
      </pc:sldChg>
    </pc:docChg>
  </pc:docChgLst>
</pc:chgInfo>
</file>

<file path=ppt/diagrams/_rels/data3.xml.rels><?xml version="1.0" encoding="UTF-8" standalone="yes"?>
<Relationships xmlns="http://schemas.openxmlformats.org/package/2006/relationships"><Relationship Id="rId3" Type="http://schemas.openxmlformats.org/officeDocument/2006/relationships/image" Target="../media/image12.svg" /><Relationship Id="rId7" Type="http://schemas.openxmlformats.org/officeDocument/2006/relationships/image" Target="../media/image16.svg" /><Relationship Id="rId2" Type="http://schemas.openxmlformats.org/officeDocument/2006/relationships/image" Target="../media/image11.svg" /><Relationship Id="rId1" Type="http://schemas.openxmlformats.org/officeDocument/2006/relationships/image" Target="../media/image10.svg" /><Relationship Id="rId6" Type="http://schemas.openxmlformats.org/officeDocument/2006/relationships/image" Target="../media/image15.svg" /><Relationship Id="rId5" Type="http://schemas.openxmlformats.org/officeDocument/2006/relationships/image" Target="../media/image14.svg" /><Relationship Id="rId4" Type="http://schemas.openxmlformats.org/officeDocument/2006/relationships/image" Target="../media/image13.svg" /></Relationships>
</file>

<file path=ppt/diagrams/_rels/data5.xml.rels><?xml version="1.0" encoding="UTF-8" standalone="yes"?>
<Relationships xmlns="http://schemas.openxmlformats.org/package/2006/relationships"><Relationship Id="rId3" Type="http://schemas.openxmlformats.org/officeDocument/2006/relationships/image" Target="../media/image20.svg" /><Relationship Id="rId2" Type="http://schemas.openxmlformats.org/officeDocument/2006/relationships/image" Target="../media/image19.svg" /><Relationship Id="rId1" Type="http://schemas.openxmlformats.org/officeDocument/2006/relationships/image" Target="../media/image18.svg" /><Relationship Id="rId5" Type="http://schemas.openxmlformats.org/officeDocument/2006/relationships/image" Target="../media/image22.svg" /><Relationship Id="rId4" Type="http://schemas.openxmlformats.org/officeDocument/2006/relationships/image" Target="../media/image21.svg" /></Relationships>
</file>

<file path=ppt/diagrams/_rels/data6.xml.rels><?xml version="1.0" encoding="UTF-8" standalone="yes"?>
<Relationships xmlns="http://schemas.openxmlformats.org/package/2006/relationships"><Relationship Id="rId3" Type="http://schemas.openxmlformats.org/officeDocument/2006/relationships/image" Target="../media/image25.svg" /><Relationship Id="rId2" Type="http://schemas.openxmlformats.org/officeDocument/2006/relationships/image" Target="../media/image24.svg" /><Relationship Id="rId1" Type="http://schemas.openxmlformats.org/officeDocument/2006/relationships/image" Target="../media/image23.svg" /><Relationship Id="rId5" Type="http://schemas.openxmlformats.org/officeDocument/2006/relationships/image" Target="../media/image27.svg" /><Relationship Id="rId4" Type="http://schemas.openxmlformats.org/officeDocument/2006/relationships/image" Target="../media/image26.svg" /></Relationships>
</file>

<file path=ppt/diagrams/_rels/drawing3.xml.rels><?xml version="1.0" encoding="UTF-8" standalone="yes"?>
<Relationships xmlns="http://schemas.openxmlformats.org/package/2006/relationships"><Relationship Id="rId3" Type="http://schemas.openxmlformats.org/officeDocument/2006/relationships/image" Target="../media/image12.svg" /><Relationship Id="rId7" Type="http://schemas.openxmlformats.org/officeDocument/2006/relationships/image" Target="../media/image16.svg" /><Relationship Id="rId2" Type="http://schemas.openxmlformats.org/officeDocument/2006/relationships/image" Target="../media/image11.svg" /><Relationship Id="rId1" Type="http://schemas.openxmlformats.org/officeDocument/2006/relationships/image" Target="../media/image10.svg" /><Relationship Id="rId6" Type="http://schemas.openxmlformats.org/officeDocument/2006/relationships/image" Target="../media/image15.svg" /><Relationship Id="rId5" Type="http://schemas.openxmlformats.org/officeDocument/2006/relationships/image" Target="../media/image14.svg" /><Relationship Id="rId4" Type="http://schemas.openxmlformats.org/officeDocument/2006/relationships/image" Target="../media/image13.svg" /></Relationships>
</file>

<file path=ppt/diagrams/_rels/drawing5.xml.rels><?xml version="1.0" encoding="UTF-8" standalone="yes"?>
<Relationships xmlns="http://schemas.openxmlformats.org/package/2006/relationships"><Relationship Id="rId3" Type="http://schemas.openxmlformats.org/officeDocument/2006/relationships/image" Target="../media/image20.svg" /><Relationship Id="rId2" Type="http://schemas.openxmlformats.org/officeDocument/2006/relationships/image" Target="../media/image19.svg" /><Relationship Id="rId1" Type="http://schemas.openxmlformats.org/officeDocument/2006/relationships/image" Target="../media/image18.svg" /><Relationship Id="rId5" Type="http://schemas.openxmlformats.org/officeDocument/2006/relationships/image" Target="../media/image22.svg" /><Relationship Id="rId4" Type="http://schemas.openxmlformats.org/officeDocument/2006/relationships/image" Target="../media/image21.svg" /></Relationships>
</file>

<file path=ppt/diagrams/_rels/drawing6.xml.rels><?xml version="1.0" encoding="UTF-8" standalone="yes"?>
<Relationships xmlns="http://schemas.openxmlformats.org/package/2006/relationships"><Relationship Id="rId3" Type="http://schemas.openxmlformats.org/officeDocument/2006/relationships/image" Target="../media/image25.svg" /><Relationship Id="rId2" Type="http://schemas.openxmlformats.org/officeDocument/2006/relationships/image" Target="../media/image24.svg" /><Relationship Id="rId1" Type="http://schemas.openxmlformats.org/officeDocument/2006/relationships/image" Target="../media/image23.svg" /><Relationship Id="rId5" Type="http://schemas.openxmlformats.org/officeDocument/2006/relationships/image" Target="../media/image27.svg" /><Relationship Id="rId4" Type="http://schemas.openxmlformats.org/officeDocument/2006/relationships/image" Target="../media/image26.svg" /></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a:alpha val="0"/>
      </a:schemeClr>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CAFE8A9-CB5F-4DB2-A7DA-57CA53FF592F}" type="doc">
      <dgm:prSet loTypeId="urn:microsoft.com/office/officeart/2016/7/layout/BasicTimeline" loCatId="timeline" qsTypeId="urn:microsoft.com/office/officeart/2005/8/quickstyle/simple1" qsCatId="simple" csTypeId="urn:microsoft.com/office/officeart/2005/8/colors/accent1_2" csCatId="accent1" phldr="1"/>
      <dgm:spPr/>
      <dgm:t>
        <a:bodyPr/>
        <a:lstStyle/>
        <a:p>
          <a:endParaRPr lang="en-GB"/>
        </a:p>
      </dgm:t>
    </dgm:pt>
    <dgm:pt modelId="{6D663230-B2B8-4912-8BFD-AA1F0E0B3B3E}">
      <dgm:prSet phldrT="[Text]" phldr="0"/>
      <dgm:spPr/>
      <dgm:t>
        <a:bodyPr/>
        <a:lstStyle/>
        <a:p>
          <a:r>
            <a:rPr lang="en-GB" sz="1800" b="0">
              <a:latin typeface="Calibri"/>
              <a:ea typeface="Calibri"/>
              <a:cs typeface="Calibri"/>
            </a:rPr>
            <a:t>Missed medicines &amp; appointments</a:t>
          </a:r>
          <a:endParaRPr lang="en-GB" sz="1800">
            <a:latin typeface="Calibri"/>
            <a:ea typeface="Calibri"/>
            <a:cs typeface="Calibri"/>
          </a:endParaRPr>
        </a:p>
      </dgm:t>
    </dgm:pt>
    <dgm:pt modelId="{1389072C-C631-44FF-ADAD-C97760853108}" type="parTrans" cxnId="{D31AFBCD-D88F-4363-ABE2-D7096F6C5089}">
      <dgm:prSet/>
      <dgm:spPr/>
      <dgm:t>
        <a:bodyPr/>
        <a:lstStyle/>
        <a:p>
          <a:endParaRPr lang="en-GB"/>
        </a:p>
      </dgm:t>
    </dgm:pt>
    <dgm:pt modelId="{2EB7AB45-1948-4247-B863-CE8F3D0A9976}" type="sibTrans" cxnId="{D31AFBCD-D88F-4363-ABE2-D7096F6C5089}">
      <dgm:prSet/>
      <dgm:spPr/>
      <dgm:t>
        <a:bodyPr/>
        <a:lstStyle/>
        <a:p>
          <a:endParaRPr lang="en-GB"/>
        </a:p>
      </dgm:t>
    </dgm:pt>
    <dgm:pt modelId="{21C635AD-213C-4CE1-8627-5BE796935F4F}">
      <dgm:prSet phldrT="[Text]" phldr="0"/>
      <dgm:spPr/>
      <dgm:t>
        <a:bodyPr/>
        <a:lstStyle/>
        <a:p>
          <a:pPr>
            <a:defRPr b="1"/>
          </a:pPr>
          <a:r>
            <a:rPr lang="en-GB" sz="1800" b="0">
              <a:latin typeface="Calibri"/>
              <a:ea typeface="Calibri"/>
              <a:cs typeface="Calibri"/>
            </a:rPr>
            <a:t>Digital Complexity</a:t>
          </a:r>
          <a:endParaRPr lang="en-GB" sz="1800">
            <a:latin typeface="Calibri"/>
            <a:ea typeface="Calibri"/>
            <a:cs typeface="Calibri"/>
          </a:endParaRPr>
        </a:p>
      </dgm:t>
    </dgm:pt>
    <dgm:pt modelId="{1CD8D289-108D-4B34-A673-15B7BD120DE0}" type="parTrans" cxnId="{5E388A0A-438A-4063-B243-F8DCF51EB00C}">
      <dgm:prSet/>
      <dgm:spPr/>
      <dgm:t>
        <a:bodyPr/>
        <a:lstStyle/>
        <a:p>
          <a:endParaRPr lang="en-GB"/>
        </a:p>
      </dgm:t>
    </dgm:pt>
    <dgm:pt modelId="{4E327C1F-874B-4D1A-9649-304504D47A12}" type="sibTrans" cxnId="{5E388A0A-438A-4063-B243-F8DCF51EB00C}">
      <dgm:prSet/>
      <dgm:spPr/>
      <dgm:t>
        <a:bodyPr/>
        <a:lstStyle/>
        <a:p>
          <a:endParaRPr lang="en-GB"/>
        </a:p>
      </dgm:t>
    </dgm:pt>
    <dgm:pt modelId="{00410361-10B8-4BA0-BD6A-D01FF5FF91A4}">
      <dgm:prSet phldrT="[Text]" phldr="0"/>
      <dgm:spPr/>
      <dgm:t>
        <a:bodyPr/>
        <a:lstStyle/>
        <a:p>
          <a:r>
            <a:rPr lang="en-GB" sz="1800" b="0">
              <a:latin typeface="Calibri"/>
              <a:ea typeface="Calibri"/>
              <a:cs typeface="Calibri"/>
            </a:rPr>
            <a:t>Smartphones are difficult to </a:t>
          </a:r>
          <a:r>
            <a:rPr lang="en-GB" sz="1800">
              <a:latin typeface="Calibri"/>
              <a:ea typeface="Calibri"/>
              <a:cs typeface="Calibri"/>
            </a:rPr>
            <a:t>operate</a:t>
          </a:r>
        </a:p>
      </dgm:t>
    </dgm:pt>
    <dgm:pt modelId="{6FF7D300-AA44-4522-B67E-FEED52C67F95}" type="parTrans" cxnId="{0B3C5B88-18E2-4984-B173-AFEF4D6CA0F1}">
      <dgm:prSet/>
      <dgm:spPr/>
      <dgm:t>
        <a:bodyPr/>
        <a:lstStyle/>
        <a:p>
          <a:endParaRPr lang="en-GB"/>
        </a:p>
      </dgm:t>
    </dgm:pt>
    <dgm:pt modelId="{8E032920-6B88-4356-8AEC-0ABE652B5A47}" type="sibTrans" cxnId="{0B3C5B88-18E2-4984-B173-AFEF4D6CA0F1}">
      <dgm:prSet/>
      <dgm:spPr/>
      <dgm:t>
        <a:bodyPr/>
        <a:lstStyle/>
        <a:p>
          <a:endParaRPr lang="en-GB"/>
        </a:p>
      </dgm:t>
    </dgm:pt>
    <dgm:pt modelId="{5DCA8305-68B9-4045-BFF0-20C0EDE8B143}">
      <dgm:prSet custT="1"/>
      <dgm:spPr/>
      <dgm:t>
        <a:bodyPr/>
        <a:lstStyle/>
        <a:p>
          <a:pPr>
            <a:defRPr b="1"/>
          </a:pPr>
          <a:r>
            <a:rPr lang="en-GB" sz="1800" b="0">
              <a:latin typeface="Calibri"/>
              <a:ea typeface="Calibri"/>
              <a:cs typeface="Calibri"/>
            </a:rPr>
            <a:t>Health &amp; Safety Risks</a:t>
          </a:r>
          <a:endParaRPr lang="en-GB" sz="1800">
            <a:latin typeface="Calibri"/>
            <a:ea typeface="Calibri"/>
            <a:cs typeface="Calibri"/>
          </a:endParaRPr>
        </a:p>
      </dgm:t>
    </dgm:pt>
    <dgm:pt modelId="{DA05F0EE-6F6D-46FE-8CBD-1431A79A30B7}" type="parTrans" cxnId="{C83A9169-F164-48AB-8C8C-A41C7F480C02}">
      <dgm:prSet/>
      <dgm:spPr/>
      <dgm:t>
        <a:bodyPr/>
        <a:lstStyle/>
        <a:p>
          <a:endParaRPr lang="en-GB"/>
        </a:p>
      </dgm:t>
    </dgm:pt>
    <dgm:pt modelId="{9CF44D18-A597-4457-85B0-E161327EBBD5}" type="sibTrans" cxnId="{C83A9169-F164-48AB-8C8C-A41C7F480C02}">
      <dgm:prSet/>
      <dgm:spPr/>
      <dgm:t>
        <a:bodyPr/>
        <a:lstStyle/>
        <a:p>
          <a:endParaRPr lang="en-GB"/>
        </a:p>
      </dgm:t>
    </dgm:pt>
    <dgm:pt modelId="{7C53C32B-8662-4629-91B9-C1CAF8DEE988}">
      <dgm:prSet phldr="0"/>
      <dgm:spPr/>
      <dgm:t>
        <a:bodyPr/>
        <a:lstStyle/>
        <a:p>
          <a:r>
            <a:rPr lang="en-GB" sz="1800" b="0">
              <a:latin typeface="Calibri"/>
              <a:ea typeface="Calibri"/>
              <a:cs typeface="Calibri"/>
            </a:rPr>
            <a:t>No immediate emergency response</a:t>
          </a:r>
          <a:endParaRPr lang="en-GB" sz="1800">
            <a:latin typeface="Calibri"/>
            <a:ea typeface="Calibri"/>
            <a:cs typeface="Calibri"/>
          </a:endParaRPr>
        </a:p>
      </dgm:t>
    </dgm:pt>
    <dgm:pt modelId="{8EF0FB8E-03CE-48AE-8DBC-0D9C9BDB7D06}" type="parTrans" cxnId="{369D5953-8E24-4FE8-A251-F94B052B9C39}">
      <dgm:prSet/>
      <dgm:spPr/>
      <dgm:t>
        <a:bodyPr/>
        <a:lstStyle/>
        <a:p>
          <a:endParaRPr lang="en-GB"/>
        </a:p>
      </dgm:t>
    </dgm:pt>
    <dgm:pt modelId="{5F42EAF5-FD5E-4157-BD2A-D102B1213142}" type="sibTrans" cxnId="{369D5953-8E24-4FE8-A251-F94B052B9C39}">
      <dgm:prSet/>
      <dgm:spPr/>
      <dgm:t>
        <a:bodyPr/>
        <a:lstStyle/>
        <a:p>
          <a:endParaRPr lang="en-GB"/>
        </a:p>
      </dgm:t>
    </dgm:pt>
    <dgm:pt modelId="{6F91A92D-D392-4290-AE30-C586411E3C7F}">
      <dgm:prSet phldr="0"/>
      <dgm:spPr/>
      <dgm:t>
        <a:bodyPr/>
        <a:lstStyle/>
        <a:p>
          <a:r>
            <a:rPr lang="en-GB" sz="1800" b="0">
              <a:latin typeface="Calibri"/>
              <a:ea typeface="Calibri"/>
              <a:cs typeface="Calibri"/>
            </a:rPr>
            <a:t>Frequent updates confuse elderly users</a:t>
          </a:r>
          <a:endParaRPr lang="en-GB" sz="1800">
            <a:latin typeface="Calibri"/>
            <a:ea typeface="Calibri"/>
            <a:cs typeface="Calibri"/>
          </a:endParaRPr>
        </a:p>
      </dgm:t>
    </dgm:pt>
    <dgm:pt modelId="{F3BCBABA-5B4E-4795-88E7-B0FC0E9370DA}" type="parTrans" cxnId="{FDD6EBD6-901F-440F-B986-3FEFF012E522}">
      <dgm:prSet/>
      <dgm:spPr/>
      <dgm:t>
        <a:bodyPr/>
        <a:lstStyle/>
        <a:p>
          <a:endParaRPr lang="en-GB"/>
        </a:p>
      </dgm:t>
    </dgm:pt>
    <dgm:pt modelId="{32E8EE45-D156-40EC-837B-7A4548A1DD47}" type="sibTrans" cxnId="{FDD6EBD6-901F-440F-B986-3FEFF012E522}">
      <dgm:prSet/>
      <dgm:spPr/>
      <dgm:t>
        <a:bodyPr/>
        <a:lstStyle/>
        <a:p>
          <a:endParaRPr lang="en-GB"/>
        </a:p>
      </dgm:t>
    </dgm:pt>
    <dgm:pt modelId="{F9D5CD6C-D829-469B-825E-DC085859BA30}">
      <dgm:prSet phldr="0"/>
      <dgm:spPr/>
      <dgm:t>
        <a:bodyPr/>
        <a:lstStyle/>
        <a:p>
          <a:r>
            <a:rPr lang="en-GB" sz="1800">
              <a:latin typeface="Calibri"/>
              <a:ea typeface="Calibri"/>
              <a:cs typeface="Calibri"/>
            </a:rPr>
            <a:t>Smart assistants stop without Wi-Fi</a:t>
          </a:r>
        </a:p>
      </dgm:t>
    </dgm:pt>
    <dgm:pt modelId="{468E9A98-0868-4424-A94B-ABF5604F9C4C}" type="parTrans" cxnId="{4EE400C1-B178-42CF-913C-C28BA191F1FF}">
      <dgm:prSet/>
      <dgm:spPr/>
      <dgm:t>
        <a:bodyPr/>
        <a:lstStyle/>
        <a:p>
          <a:endParaRPr lang="en-GB"/>
        </a:p>
      </dgm:t>
    </dgm:pt>
    <dgm:pt modelId="{430EE588-5D1A-47C3-B468-3E092C148A25}" type="sibTrans" cxnId="{4EE400C1-B178-42CF-913C-C28BA191F1FF}">
      <dgm:prSet/>
      <dgm:spPr/>
      <dgm:t>
        <a:bodyPr/>
        <a:lstStyle/>
        <a:p>
          <a:endParaRPr lang="en-GB"/>
        </a:p>
      </dgm:t>
    </dgm:pt>
    <dgm:pt modelId="{82CFECF0-C284-410C-BE28-7FCC7BA9E6D2}">
      <dgm:prSet phldr="0"/>
      <dgm:spPr/>
      <dgm:t>
        <a:bodyPr/>
        <a:lstStyle/>
        <a:p>
          <a:pPr>
            <a:defRPr b="1"/>
          </a:pPr>
          <a:r>
            <a:rPr lang="en-GB" sz="1800" b="0">
              <a:latin typeface="Calibri"/>
              <a:ea typeface="Calibri"/>
              <a:cs typeface="Calibri"/>
            </a:rPr>
            <a:t>Connectivity Dependency</a:t>
          </a:r>
          <a:endParaRPr lang="en-GB" sz="1800">
            <a:latin typeface="Calibri"/>
            <a:ea typeface="Calibri"/>
            <a:cs typeface="Calibri"/>
          </a:endParaRPr>
        </a:p>
      </dgm:t>
    </dgm:pt>
    <dgm:pt modelId="{50567252-5B2B-4762-81E5-51545DF82AD1}" type="parTrans" cxnId="{4B911689-4067-4DB5-8F38-80CA9C6031B9}">
      <dgm:prSet/>
      <dgm:spPr/>
      <dgm:t>
        <a:bodyPr/>
        <a:lstStyle/>
        <a:p>
          <a:endParaRPr lang="en-GB"/>
        </a:p>
      </dgm:t>
    </dgm:pt>
    <dgm:pt modelId="{4F1C3351-C611-4BD5-9D94-F6F96E08D52D}" type="sibTrans" cxnId="{4B911689-4067-4DB5-8F38-80CA9C6031B9}">
      <dgm:prSet/>
      <dgm:spPr/>
      <dgm:t>
        <a:bodyPr/>
        <a:lstStyle/>
        <a:p>
          <a:endParaRPr lang="en-GB"/>
        </a:p>
      </dgm:t>
    </dgm:pt>
    <dgm:pt modelId="{8220BA1B-D9A8-466B-8BFB-73A11920D4EE}">
      <dgm:prSet phldr="0"/>
      <dgm:spPr/>
      <dgm:t>
        <a:bodyPr/>
        <a:lstStyle/>
        <a:p>
          <a:r>
            <a:rPr lang="en-GB" sz="1800">
              <a:latin typeface="Calibri"/>
              <a:ea typeface="Calibri"/>
              <a:cs typeface="Calibri"/>
            </a:rPr>
            <a:t>Power cuts reduce reliability</a:t>
          </a:r>
        </a:p>
      </dgm:t>
    </dgm:pt>
    <dgm:pt modelId="{0C23D40D-5B82-43A1-9681-57BD9475C4D0}" type="parTrans" cxnId="{FF87F7DE-F17A-4307-8BB0-B1B0B84205D6}">
      <dgm:prSet/>
      <dgm:spPr/>
      <dgm:t>
        <a:bodyPr/>
        <a:lstStyle/>
        <a:p>
          <a:endParaRPr lang="en-GB"/>
        </a:p>
      </dgm:t>
    </dgm:pt>
    <dgm:pt modelId="{4673DDF5-4FBE-42CA-82B9-914D991F7E6B}" type="sibTrans" cxnId="{FF87F7DE-F17A-4307-8BB0-B1B0B84205D6}">
      <dgm:prSet/>
      <dgm:spPr/>
      <dgm:t>
        <a:bodyPr/>
        <a:lstStyle/>
        <a:p>
          <a:endParaRPr lang="en-GB"/>
        </a:p>
      </dgm:t>
    </dgm:pt>
    <dgm:pt modelId="{EA07A950-E00B-4C1A-B860-8A718C8E2172}">
      <dgm:prSet phldr="0"/>
      <dgm:spPr/>
      <dgm:t>
        <a:bodyPr/>
        <a:lstStyle/>
        <a:p>
          <a:pPr>
            <a:defRPr b="1"/>
          </a:pPr>
          <a:r>
            <a:rPr lang="en-GB" sz="1800" b="0">
              <a:latin typeface="Calibri"/>
              <a:ea typeface="Calibri"/>
              <a:cs typeface="Calibri"/>
            </a:rPr>
            <a:t>Language &amp; Emotional Gap</a:t>
          </a:r>
        </a:p>
      </dgm:t>
    </dgm:pt>
    <dgm:pt modelId="{D6F30558-0CB7-4626-86CC-55DB4C2C2AC9}" type="parTrans" cxnId="{A80ECB1A-359F-4A37-937E-141D0DF359A5}">
      <dgm:prSet/>
      <dgm:spPr/>
      <dgm:t>
        <a:bodyPr/>
        <a:lstStyle/>
        <a:p>
          <a:endParaRPr lang="en-GB"/>
        </a:p>
      </dgm:t>
    </dgm:pt>
    <dgm:pt modelId="{8DDD7DFA-2B9F-4450-AA24-4DDB31B1B7E3}" type="sibTrans" cxnId="{A80ECB1A-359F-4A37-937E-141D0DF359A5}">
      <dgm:prSet/>
      <dgm:spPr/>
      <dgm:t>
        <a:bodyPr/>
        <a:lstStyle/>
        <a:p>
          <a:endParaRPr lang="en-GB"/>
        </a:p>
      </dgm:t>
    </dgm:pt>
    <dgm:pt modelId="{7E9CB1D8-A55D-4C42-8E53-C59929859AE6}">
      <dgm:prSet phldr="0"/>
      <dgm:spPr/>
      <dgm:t>
        <a:bodyPr/>
        <a:lstStyle/>
        <a:p>
          <a:r>
            <a:rPr lang="en-GB" sz="1800" b="0">
              <a:latin typeface="Calibri"/>
              <a:ea typeface="Calibri"/>
              <a:cs typeface="Calibri"/>
            </a:rPr>
            <a:t>Limited regional language support</a:t>
          </a:r>
        </a:p>
      </dgm:t>
    </dgm:pt>
    <dgm:pt modelId="{24E0490C-C19C-4190-BE83-3984D7CF988D}" type="parTrans" cxnId="{9554365C-CE33-4214-83FB-1E3D63F50269}">
      <dgm:prSet/>
      <dgm:spPr/>
      <dgm:t>
        <a:bodyPr/>
        <a:lstStyle/>
        <a:p>
          <a:endParaRPr lang="en-GB"/>
        </a:p>
      </dgm:t>
    </dgm:pt>
    <dgm:pt modelId="{B5D903F9-12A1-409E-B834-93435438657B}" type="sibTrans" cxnId="{9554365C-CE33-4214-83FB-1E3D63F50269}">
      <dgm:prSet/>
      <dgm:spPr/>
      <dgm:t>
        <a:bodyPr/>
        <a:lstStyle/>
        <a:p>
          <a:endParaRPr lang="en-GB"/>
        </a:p>
      </dgm:t>
    </dgm:pt>
    <dgm:pt modelId="{482EC84A-6EB9-4AB2-9FD5-CB10B8B83B6E}">
      <dgm:prSet phldr="0"/>
      <dgm:spPr/>
      <dgm:t>
        <a:bodyPr/>
        <a:lstStyle/>
        <a:p>
          <a:r>
            <a:rPr lang="en-GB" sz="1800" b="0">
              <a:latin typeface="Calibri"/>
              <a:ea typeface="Calibri"/>
              <a:cs typeface="Calibri"/>
            </a:rPr>
            <a:t>Lack of daily interaction &amp; companionship</a:t>
          </a:r>
          <a:endParaRPr lang="en-GB" sz="1800">
            <a:latin typeface="Calibri"/>
            <a:ea typeface="Calibri"/>
            <a:cs typeface="Calibri"/>
          </a:endParaRPr>
        </a:p>
      </dgm:t>
    </dgm:pt>
    <dgm:pt modelId="{E3A46F08-AF60-4475-8DF0-5858B0F04E4D}" type="parTrans" cxnId="{570FD765-70CE-451F-8819-8EE640CA0C00}">
      <dgm:prSet/>
      <dgm:spPr/>
      <dgm:t>
        <a:bodyPr/>
        <a:lstStyle/>
        <a:p>
          <a:endParaRPr lang="en-GB"/>
        </a:p>
      </dgm:t>
    </dgm:pt>
    <dgm:pt modelId="{CCF912A8-F623-4662-8ABE-D300141B6697}" type="sibTrans" cxnId="{570FD765-70CE-451F-8819-8EE640CA0C00}">
      <dgm:prSet/>
      <dgm:spPr/>
      <dgm:t>
        <a:bodyPr/>
        <a:lstStyle/>
        <a:p>
          <a:endParaRPr lang="en-GB"/>
        </a:p>
      </dgm:t>
    </dgm:pt>
    <dgm:pt modelId="{DB7387C4-656D-43AA-8A41-EFDE6BD1D813}" type="pres">
      <dgm:prSet presAssocID="{FCAFE8A9-CB5F-4DB2-A7DA-57CA53FF592F}" presName="root" presStyleCnt="0">
        <dgm:presLayoutVars>
          <dgm:chMax/>
          <dgm:chPref/>
          <dgm:animLvl val="lvl"/>
        </dgm:presLayoutVars>
      </dgm:prSet>
      <dgm:spPr/>
    </dgm:pt>
    <dgm:pt modelId="{201172F8-4A28-4862-A7C7-0C2FCEED7AFC}" type="pres">
      <dgm:prSet presAssocID="{FCAFE8A9-CB5F-4DB2-A7DA-57CA53FF592F}" presName="divider" presStyleLbl="fgAccFollowNode1" presStyleIdx="0" presStyleCnt="1"/>
      <dgm:spPr>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tailEnd type="triangle" w="lg" len="lg"/>
        </a:ln>
        <a:effectLst/>
      </dgm:spPr>
    </dgm:pt>
    <dgm:pt modelId="{465DF469-0D3C-49FE-907E-2F84611C0A5E}" type="pres">
      <dgm:prSet presAssocID="{FCAFE8A9-CB5F-4DB2-A7DA-57CA53FF592F}" presName="nodes" presStyleCnt="0">
        <dgm:presLayoutVars>
          <dgm:chMax/>
          <dgm:chPref/>
          <dgm:animLvl val="lvl"/>
        </dgm:presLayoutVars>
      </dgm:prSet>
      <dgm:spPr/>
    </dgm:pt>
    <dgm:pt modelId="{B40D6689-84A8-4978-A005-74AED5054928}" type="pres">
      <dgm:prSet presAssocID="{5DCA8305-68B9-4045-BFF0-20C0EDE8B143}" presName="composite" presStyleCnt="0"/>
      <dgm:spPr/>
    </dgm:pt>
    <dgm:pt modelId="{F2035BAB-15EB-4504-A5E3-F420DC1491DD}" type="pres">
      <dgm:prSet presAssocID="{5DCA8305-68B9-4045-BFF0-20C0EDE8B143}" presName="L1TextContainer" presStyleLbl="revTx" presStyleIdx="0" presStyleCnt="4">
        <dgm:presLayoutVars>
          <dgm:chMax val="1"/>
          <dgm:chPref val="1"/>
          <dgm:bulletEnabled val="1"/>
        </dgm:presLayoutVars>
      </dgm:prSet>
      <dgm:spPr/>
    </dgm:pt>
    <dgm:pt modelId="{92836925-0A2F-4707-A07D-C3678B5A1ED1}" type="pres">
      <dgm:prSet presAssocID="{5DCA8305-68B9-4045-BFF0-20C0EDE8B143}" presName="L2TextContainerWrapper" presStyleCnt="0">
        <dgm:presLayoutVars>
          <dgm:chMax val="0"/>
          <dgm:chPref val="0"/>
          <dgm:bulletEnabled val="1"/>
        </dgm:presLayoutVars>
      </dgm:prSet>
      <dgm:spPr/>
    </dgm:pt>
    <dgm:pt modelId="{B0DE107D-961B-4112-83AA-02D5D64C5CF5}" type="pres">
      <dgm:prSet presAssocID="{5DCA8305-68B9-4045-BFF0-20C0EDE8B143}" presName="L2TextContainer" presStyleLbl="bgAcc1" presStyleIdx="0" presStyleCnt="4"/>
      <dgm:spPr/>
    </dgm:pt>
    <dgm:pt modelId="{BC2D9E8F-FE4B-4587-882F-1B23111890ED}" type="pres">
      <dgm:prSet presAssocID="{5DCA8305-68B9-4045-BFF0-20C0EDE8B143}" presName="FlexibleEmptyPlaceHolder" presStyleCnt="0"/>
      <dgm:spPr/>
    </dgm:pt>
    <dgm:pt modelId="{A6B32664-D73B-493A-8ED9-CC8820D089AB}" type="pres">
      <dgm:prSet presAssocID="{5DCA8305-68B9-4045-BFF0-20C0EDE8B143}" presName="ConnectLine" presStyleLbl="sibTrans1D1" presStyleIdx="0" presStyleCnt="4"/>
      <dgm:spPr>
        <a:noFill/>
        <a:ln w="12700" cap="flat" cmpd="sng" algn="ctr">
          <a:solidFill>
            <a:schemeClr val="accent1">
              <a:hueOff val="0"/>
              <a:satOff val="0"/>
              <a:lumOff val="0"/>
              <a:alphaOff val="0"/>
            </a:schemeClr>
          </a:solidFill>
          <a:prstDash val="dash"/>
          <a:miter lim="800000"/>
        </a:ln>
        <a:effectLst/>
      </dgm:spPr>
    </dgm:pt>
    <dgm:pt modelId="{77DBFA22-8294-4881-A95C-588B768FDC43}" type="pres">
      <dgm:prSet presAssocID="{5DCA8305-68B9-4045-BFF0-20C0EDE8B143}" presName="ConnectorPoint" presStyleLbl="alignNode1" presStyleIdx="0" presStyleCnt="4"/>
      <dgm:spPr/>
    </dgm:pt>
    <dgm:pt modelId="{1EEC3154-039D-4F12-9BB7-90937FC6752F}" type="pres">
      <dgm:prSet presAssocID="{5DCA8305-68B9-4045-BFF0-20C0EDE8B143}" presName="EmptyPlaceHolder" presStyleCnt="0"/>
      <dgm:spPr/>
    </dgm:pt>
    <dgm:pt modelId="{F29BA1AE-9055-48FF-92BB-3246DF765195}" type="pres">
      <dgm:prSet presAssocID="{9CF44D18-A597-4457-85B0-E161327EBBD5}" presName="spaceBetweenRectangles" presStyleCnt="0"/>
      <dgm:spPr/>
    </dgm:pt>
    <dgm:pt modelId="{F9CE5EE8-A776-4E7E-81BC-26EED6459A8C}" type="pres">
      <dgm:prSet presAssocID="{21C635AD-213C-4CE1-8627-5BE796935F4F}" presName="composite" presStyleCnt="0"/>
      <dgm:spPr/>
    </dgm:pt>
    <dgm:pt modelId="{392FC83A-1D49-42E1-A4BA-C775A2A2FAD2}" type="pres">
      <dgm:prSet presAssocID="{21C635AD-213C-4CE1-8627-5BE796935F4F}" presName="L1TextContainer" presStyleLbl="revTx" presStyleIdx="1" presStyleCnt="4">
        <dgm:presLayoutVars>
          <dgm:chMax val="1"/>
          <dgm:chPref val="1"/>
          <dgm:bulletEnabled val="1"/>
        </dgm:presLayoutVars>
      </dgm:prSet>
      <dgm:spPr/>
    </dgm:pt>
    <dgm:pt modelId="{A20ACBC1-52AC-4BA7-ADA8-5776337E4C6A}" type="pres">
      <dgm:prSet presAssocID="{21C635AD-213C-4CE1-8627-5BE796935F4F}" presName="L2TextContainerWrapper" presStyleCnt="0">
        <dgm:presLayoutVars>
          <dgm:chMax val="0"/>
          <dgm:chPref val="0"/>
          <dgm:bulletEnabled val="1"/>
        </dgm:presLayoutVars>
      </dgm:prSet>
      <dgm:spPr/>
    </dgm:pt>
    <dgm:pt modelId="{3377C005-C301-4A1E-95D7-F000B0E691C6}" type="pres">
      <dgm:prSet presAssocID="{21C635AD-213C-4CE1-8627-5BE796935F4F}" presName="L2TextContainer" presStyleLbl="bgAcc1" presStyleIdx="1" presStyleCnt="4"/>
      <dgm:spPr/>
    </dgm:pt>
    <dgm:pt modelId="{8F667F59-3940-4B83-881C-9E215337231C}" type="pres">
      <dgm:prSet presAssocID="{21C635AD-213C-4CE1-8627-5BE796935F4F}" presName="FlexibleEmptyPlaceHolder" presStyleCnt="0"/>
      <dgm:spPr/>
    </dgm:pt>
    <dgm:pt modelId="{AC690131-6577-42D6-8C13-4398C53B1328}" type="pres">
      <dgm:prSet presAssocID="{21C635AD-213C-4CE1-8627-5BE796935F4F}" presName="ConnectLine" presStyleLbl="sibTrans1D1" presStyleIdx="1" presStyleCnt="4"/>
      <dgm:spPr>
        <a:noFill/>
        <a:ln w="12700" cap="flat" cmpd="sng" algn="ctr">
          <a:solidFill>
            <a:schemeClr val="accent1">
              <a:hueOff val="0"/>
              <a:satOff val="0"/>
              <a:lumOff val="0"/>
              <a:alphaOff val="0"/>
            </a:schemeClr>
          </a:solidFill>
          <a:prstDash val="dash"/>
          <a:miter lim="800000"/>
        </a:ln>
        <a:effectLst/>
      </dgm:spPr>
    </dgm:pt>
    <dgm:pt modelId="{C5AC43C5-6436-49D2-9EFA-660E9DA99F0E}" type="pres">
      <dgm:prSet presAssocID="{21C635AD-213C-4CE1-8627-5BE796935F4F}" presName="ConnectorPoint" presStyleLbl="alignNode1" presStyleIdx="1" presStyleCnt="4"/>
      <dgm:spPr/>
    </dgm:pt>
    <dgm:pt modelId="{31BE99FC-3E20-42AD-B149-F246C16944FC}" type="pres">
      <dgm:prSet presAssocID="{21C635AD-213C-4CE1-8627-5BE796935F4F}" presName="EmptyPlaceHolder" presStyleCnt="0"/>
      <dgm:spPr/>
    </dgm:pt>
    <dgm:pt modelId="{2A4CCB58-D2AF-48F8-B63D-CFADBE2DA7AB}" type="pres">
      <dgm:prSet presAssocID="{4E327C1F-874B-4D1A-9649-304504D47A12}" presName="spaceBetweenRectangles" presStyleCnt="0"/>
      <dgm:spPr/>
    </dgm:pt>
    <dgm:pt modelId="{D3A7919D-68E0-498B-9A4B-71BFEA9C8919}" type="pres">
      <dgm:prSet presAssocID="{82CFECF0-C284-410C-BE28-7FCC7BA9E6D2}" presName="composite" presStyleCnt="0"/>
      <dgm:spPr/>
    </dgm:pt>
    <dgm:pt modelId="{F65B66A1-18A5-4C03-A86F-060BEF3BA6C2}" type="pres">
      <dgm:prSet presAssocID="{82CFECF0-C284-410C-BE28-7FCC7BA9E6D2}" presName="L1TextContainer" presStyleLbl="revTx" presStyleIdx="2" presStyleCnt="4">
        <dgm:presLayoutVars>
          <dgm:chMax val="1"/>
          <dgm:chPref val="1"/>
          <dgm:bulletEnabled val="1"/>
        </dgm:presLayoutVars>
      </dgm:prSet>
      <dgm:spPr/>
    </dgm:pt>
    <dgm:pt modelId="{941270F9-ADA1-4805-A7A9-4F11A4CA636D}" type="pres">
      <dgm:prSet presAssocID="{82CFECF0-C284-410C-BE28-7FCC7BA9E6D2}" presName="L2TextContainerWrapper" presStyleCnt="0">
        <dgm:presLayoutVars>
          <dgm:chMax val="0"/>
          <dgm:chPref val="0"/>
          <dgm:bulletEnabled val="1"/>
        </dgm:presLayoutVars>
      </dgm:prSet>
      <dgm:spPr/>
    </dgm:pt>
    <dgm:pt modelId="{4EC02F7F-90E7-4D59-9CF5-88107D5D0FB5}" type="pres">
      <dgm:prSet presAssocID="{82CFECF0-C284-410C-BE28-7FCC7BA9E6D2}" presName="L2TextContainer" presStyleLbl="bgAcc1" presStyleIdx="2" presStyleCnt="4"/>
      <dgm:spPr/>
    </dgm:pt>
    <dgm:pt modelId="{0F6F333F-7204-4DB7-B712-AC8462157CF3}" type="pres">
      <dgm:prSet presAssocID="{82CFECF0-C284-410C-BE28-7FCC7BA9E6D2}" presName="FlexibleEmptyPlaceHolder" presStyleCnt="0"/>
      <dgm:spPr/>
    </dgm:pt>
    <dgm:pt modelId="{652C3D7F-36C9-4F10-A676-20DE63C9D11A}" type="pres">
      <dgm:prSet presAssocID="{82CFECF0-C284-410C-BE28-7FCC7BA9E6D2}" presName="ConnectLine" presStyleLbl="sibTrans1D1" presStyleIdx="2" presStyleCnt="4"/>
      <dgm:spPr>
        <a:noFill/>
        <a:ln w="12700" cap="flat" cmpd="sng" algn="ctr">
          <a:solidFill>
            <a:schemeClr val="accent1">
              <a:hueOff val="0"/>
              <a:satOff val="0"/>
              <a:lumOff val="0"/>
              <a:alphaOff val="0"/>
            </a:schemeClr>
          </a:solidFill>
          <a:prstDash val="dash"/>
          <a:miter lim="800000"/>
        </a:ln>
        <a:effectLst/>
      </dgm:spPr>
    </dgm:pt>
    <dgm:pt modelId="{C9AB4530-9618-4112-A5CB-73F8DED75AA7}" type="pres">
      <dgm:prSet presAssocID="{82CFECF0-C284-410C-BE28-7FCC7BA9E6D2}" presName="ConnectorPoint" presStyleLbl="alignNode1" presStyleIdx="2" presStyleCnt="4"/>
      <dgm:spPr/>
    </dgm:pt>
    <dgm:pt modelId="{6CA4951E-698D-40F0-B86D-18CC3F32EDBF}" type="pres">
      <dgm:prSet presAssocID="{82CFECF0-C284-410C-BE28-7FCC7BA9E6D2}" presName="EmptyPlaceHolder" presStyleCnt="0"/>
      <dgm:spPr/>
    </dgm:pt>
    <dgm:pt modelId="{8C003882-2606-440C-BF15-B69CC40370DA}" type="pres">
      <dgm:prSet presAssocID="{4F1C3351-C611-4BD5-9D94-F6F96E08D52D}" presName="spaceBetweenRectangles" presStyleCnt="0"/>
      <dgm:spPr/>
    </dgm:pt>
    <dgm:pt modelId="{12FA6844-9717-4DFC-A93C-F7E638F908CC}" type="pres">
      <dgm:prSet presAssocID="{EA07A950-E00B-4C1A-B860-8A718C8E2172}" presName="composite" presStyleCnt="0"/>
      <dgm:spPr/>
    </dgm:pt>
    <dgm:pt modelId="{1F29C26D-9368-42C5-87C7-565476A72FC5}" type="pres">
      <dgm:prSet presAssocID="{EA07A950-E00B-4C1A-B860-8A718C8E2172}" presName="L1TextContainer" presStyleLbl="revTx" presStyleIdx="3" presStyleCnt="4">
        <dgm:presLayoutVars>
          <dgm:chMax val="1"/>
          <dgm:chPref val="1"/>
          <dgm:bulletEnabled val="1"/>
        </dgm:presLayoutVars>
      </dgm:prSet>
      <dgm:spPr/>
    </dgm:pt>
    <dgm:pt modelId="{0F8ACDF4-4C32-4D24-8FED-491F0421023B}" type="pres">
      <dgm:prSet presAssocID="{EA07A950-E00B-4C1A-B860-8A718C8E2172}" presName="L2TextContainerWrapper" presStyleCnt="0">
        <dgm:presLayoutVars>
          <dgm:chMax val="0"/>
          <dgm:chPref val="0"/>
          <dgm:bulletEnabled val="1"/>
        </dgm:presLayoutVars>
      </dgm:prSet>
      <dgm:spPr/>
    </dgm:pt>
    <dgm:pt modelId="{06ED1EB9-B91B-4C72-88F2-F40BD8D0847D}" type="pres">
      <dgm:prSet presAssocID="{EA07A950-E00B-4C1A-B860-8A718C8E2172}" presName="L2TextContainer" presStyleLbl="bgAcc1" presStyleIdx="3" presStyleCnt="4"/>
      <dgm:spPr/>
    </dgm:pt>
    <dgm:pt modelId="{8F2D6A0A-A246-417F-AE88-5D9A765C463A}" type="pres">
      <dgm:prSet presAssocID="{EA07A950-E00B-4C1A-B860-8A718C8E2172}" presName="FlexibleEmptyPlaceHolder" presStyleCnt="0"/>
      <dgm:spPr/>
    </dgm:pt>
    <dgm:pt modelId="{E80EC380-6B77-43E7-9FC2-9E3F786F5F03}" type="pres">
      <dgm:prSet presAssocID="{EA07A950-E00B-4C1A-B860-8A718C8E2172}" presName="ConnectLine" presStyleLbl="sibTrans1D1" presStyleIdx="3" presStyleCnt="4"/>
      <dgm:spPr>
        <a:noFill/>
        <a:ln w="12700" cap="flat" cmpd="sng" algn="ctr">
          <a:solidFill>
            <a:schemeClr val="accent1">
              <a:hueOff val="0"/>
              <a:satOff val="0"/>
              <a:lumOff val="0"/>
              <a:alphaOff val="0"/>
            </a:schemeClr>
          </a:solidFill>
          <a:prstDash val="dash"/>
          <a:miter lim="800000"/>
        </a:ln>
        <a:effectLst/>
      </dgm:spPr>
    </dgm:pt>
    <dgm:pt modelId="{EF4A1EA3-54D9-4644-B108-27DA0542C01F}" type="pres">
      <dgm:prSet presAssocID="{EA07A950-E00B-4C1A-B860-8A718C8E2172}" presName="ConnectorPoint" presStyleLbl="alignNode1" presStyleIdx="3" presStyleCnt="4"/>
      <dgm:spPr/>
    </dgm:pt>
    <dgm:pt modelId="{A5636539-DB12-4C87-A2C2-E35A507C16C8}" type="pres">
      <dgm:prSet presAssocID="{EA07A950-E00B-4C1A-B860-8A718C8E2172}" presName="EmptyPlaceHolder" presStyleCnt="0"/>
      <dgm:spPr/>
    </dgm:pt>
  </dgm:ptLst>
  <dgm:cxnLst>
    <dgm:cxn modelId="{0BDAE007-E29A-D643-B978-0CF0E17E2D34}" type="presOf" srcId="{6F91A92D-D392-4290-AE30-C586411E3C7F}" destId="{3377C005-C301-4A1E-95D7-F000B0E691C6}" srcOrd="0" destOrd="1" presId="urn:microsoft.com/office/officeart/2016/7/layout/BasicTimeline"/>
    <dgm:cxn modelId="{5E388A0A-438A-4063-B243-F8DCF51EB00C}" srcId="{FCAFE8A9-CB5F-4DB2-A7DA-57CA53FF592F}" destId="{21C635AD-213C-4CE1-8627-5BE796935F4F}" srcOrd="1" destOrd="0" parTransId="{1CD8D289-108D-4B34-A673-15B7BD120DE0}" sibTransId="{4E327C1F-874B-4D1A-9649-304504D47A12}"/>
    <dgm:cxn modelId="{A80ECB1A-359F-4A37-937E-141D0DF359A5}" srcId="{FCAFE8A9-CB5F-4DB2-A7DA-57CA53FF592F}" destId="{EA07A950-E00B-4C1A-B860-8A718C8E2172}" srcOrd="3" destOrd="0" parTransId="{D6F30558-0CB7-4626-86CC-55DB4C2C2AC9}" sibTransId="{8DDD7DFA-2B9F-4450-AA24-4DDB31B1B7E3}"/>
    <dgm:cxn modelId="{1034542A-3593-8D4A-B369-8063C7764958}" type="presOf" srcId="{F9D5CD6C-D829-469B-825E-DC085859BA30}" destId="{4EC02F7F-90E7-4D59-9CF5-88107D5D0FB5}" srcOrd="0" destOrd="0" presId="urn:microsoft.com/office/officeart/2016/7/layout/BasicTimeline"/>
    <dgm:cxn modelId="{9554365C-CE33-4214-83FB-1E3D63F50269}" srcId="{EA07A950-E00B-4C1A-B860-8A718C8E2172}" destId="{7E9CB1D8-A55D-4C42-8E53-C59929859AE6}" srcOrd="0" destOrd="0" parTransId="{24E0490C-C19C-4190-BE83-3984D7CF988D}" sibTransId="{B5D903F9-12A1-409E-B834-93435438657B}"/>
    <dgm:cxn modelId="{570FD765-70CE-451F-8819-8EE640CA0C00}" srcId="{EA07A950-E00B-4C1A-B860-8A718C8E2172}" destId="{482EC84A-6EB9-4AB2-9FD5-CB10B8B83B6E}" srcOrd="1" destOrd="0" parTransId="{E3A46F08-AF60-4475-8DF0-5858B0F04E4D}" sibTransId="{CCF912A8-F623-4662-8ABE-D300141B6697}"/>
    <dgm:cxn modelId="{C83A9169-F164-48AB-8C8C-A41C7F480C02}" srcId="{FCAFE8A9-CB5F-4DB2-A7DA-57CA53FF592F}" destId="{5DCA8305-68B9-4045-BFF0-20C0EDE8B143}" srcOrd="0" destOrd="0" parTransId="{DA05F0EE-6F6D-46FE-8CBD-1431A79A30B7}" sibTransId="{9CF44D18-A597-4457-85B0-E161327EBBD5}"/>
    <dgm:cxn modelId="{43AA824B-3B21-CE45-85B1-3F8FD3EC7913}" type="presOf" srcId="{8220BA1B-D9A8-466B-8BFB-73A11920D4EE}" destId="{4EC02F7F-90E7-4D59-9CF5-88107D5D0FB5}" srcOrd="0" destOrd="1" presId="urn:microsoft.com/office/officeart/2016/7/layout/BasicTimeline"/>
    <dgm:cxn modelId="{234E3971-BC2F-4566-970F-17B8C857958D}" type="presOf" srcId="{FCAFE8A9-CB5F-4DB2-A7DA-57CA53FF592F}" destId="{DB7387C4-656D-43AA-8A41-EFDE6BD1D813}" srcOrd="0" destOrd="0" presId="urn:microsoft.com/office/officeart/2016/7/layout/BasicTimeline"/>
    <dgm:cxn modelId="{369D5953-8E24-4FE8-A251-F94B052B9C39}" srcId="{5DCA8305-68B9-4045-BFF0-20C0EDE8B143}" destId="{7C53C32B-8662-4629-91B9-C1CAF8DEE988}" srcOrd="1" destOrd="0" parTransId="{8EF0FB8E-03CE-48AE-8DBC-0D9C9BDB7D06}" sibTransId="{5F42EAF5-FD5E-4157-BD2A-D102B1213142}"/>
    <dgm:cxn modelId="{8CDA2181-F127-3444-87BD-14118F406970}" type="presOf" srcId="{5DCA8305-68B9-4045-BFF0-20C0EDE8B143}" destId="{F2035BAB-15EB-4504-A5E3-F420DC1491DD}" srcOrd="0" destOrd="0" presId="urn:microsoft.com/office/officeart/2016/7/layout/BasicTimeline"/>
    <dgm:cxn modelId="{0B3C5B88-18E2-4984-B173-AFEF4D6CA0F1}" srcId="{21C635AD-213C-4CE1-8627-5BE796935F4F}" destId="{00410361-10B8-4BA0-BD6A-D01FF5FF91A4}" srcOrd="0" destOrd="0" parTransId="{6FF7D300-AA44-4522-B67E-FEED52C67F95}" sibTransId="{8E032920-6B88-4356-8AEC-0ABE652B5A47}"/>
    <dgm:cxn modelId="{FE85FC88-1CD4-714B-8F16-673FE73A1D05}" type="presOf" srcId="{21C635AD-213C-4CE1-8627-5BE796935F4F}" destId="{392FC83A-1D49-42E1-A4BA-C775A2A2FAD2}" srcOrd="0" destOrd="0" presId="urn:microsoft.com/office/officeart/2016/7/layout/BasicTimeline"/>
    <dgm:cxn modelId="{4B911689-4067-4DB5-8F38-80CA9C6031B9}" srcId="{FCAFE8A9-CB5F-4DB2-A7DA-57CA53FF592F}" destId="{82CFECF0-C284-410C-BE28-7FCC7BA9E6D2}" srcOrd="2" destOrd="0" parTransId="{50567252-5B2B-4762-81E5-51545DF82AD1}" sibTransId="{4F1C3351-C611-4BD5-9D94-F6F96E08D52D}"/>
    <dgm:cxn modelId="{62DF888D-F8BC-D94E-93EF-16A4D5A3CF62}" type="presOf" srcId="{7E9CB1D8-A55D-4C42-8E53-C59929859AE6}" destId="{06ED1EB9-B91B-4C72-88F2-F40BD8D0847D}" srcOrd="0" destOrd="0" presId="urn:microsoft.com/office/officeart/2016/7/layout/BasicTimeline"/>
    <dgm:cxn modelId="{98CD3291-310E-6948-BCC7-8181FBAE0A42}" type="presOf" srcId="{6D663230-B2B8-4912-8BFD-AA1F0E0B3B3E}" destId="{B0DE107D-961B-4112-83AA-02D5D64C5CF5}" srcOrd="0" destOrd="0" presId="urn:microsoft.com/office/officeart/2016/7/layout/BasicTimeline"/>
    <dgm:cxn modelId="{95EF90A3-B340-4D41-B722-D6D616E16B4A}" type="presOf" srcId="{482EC84A-6EB9-4AB2-9FD5-CB10B8B83B6E}" destId="{06ED1EB9-B91B-4C72-88F2-F40BD8D0847D}" srcOrd="0" destOrd="1" presId="urn:microsoft.com/office/officeart/2016/7/layout/BasicTimeline"/>
    <dgm:cxn modelId="{B31B72B1-C3CF-5F48-AD6C-AE79CB98DA24}" type="presOf" srcId="{82CFECF0-C284-410C-BE28-7FCC7BA9E6D2}" destId="{F65B66A1-18A5-4C03-A86F-060BEF3BA6C2}" srcOrd="0" destOrd="0" presId="urn:microsoft.com/office/officeart/2016/7/layout/BasicTimeline"/>
    <dgm:cxn modelId="{4EE400C1-B178-42CF-913C-C28BA191F1FF}" srcId="{82CFECF0-C284-410C-BE28-7FCC7BA9E6D2}" destId="{F9D5CD6C-D829-469B-825E-DC085859BA30}" srcOrd="0" destOrd="0" parTransId="{468E9A98-0868-4424-A94B-ABF5604F9C4C}" sibTransId="{430EE588-5D1A-47C3-B468-3E092C148A25}"/>
    <dgm:cxn modelId="{D31AFBCD-D88F-4363-ABE2-D7096F6C5089}" srcId="{5DCA8305-68B9-4045-BFF0-20C0EDE8B143}" destId="{6D663230-B2B8-4912-8BFD-AA1F0E0B3B3E}" srcOrd="0" destOrd="0" parTransId="{1389072C-C631-44FF-ADAD-C97760853108}" sibTransId="{2EB7AB45-1948-4247-B863-CE8F3D0A9976}"/>
    <dgm:cxn modelId="{EBBC9DD2-AD41-4840-B079-A2444D7528E6}" type="presOf" srcId="{7C53C32B-8662-4629-91B9-C1CAF8DEE988}" destId="{B0DE107D-961B-4112-83AA-02D5D64C5CF5}" srcOrd="0" destOrd="1" presId="urn:microsoft.com/office/officeart/2016/7/layout/BasicTimeline"/>
    <dgm:cxn modelId="{FDD6EBD6-901F-440F-B986-3FEFF012E522}" srcId="{21C635AD-213C-4CE1-8627-5BE796935F4F}" destId="{6F91A92D-D392-4290-AE30-C586411E3C7F}" srcOrd="1" destOrd="0" parTransId="{F3BCBABA-5B4E-4795-88E7-B0FC0E9370DA}" sibTransId="{32E8EE45-D156-40EC-837B-7A4548A1DD47}"/>
    <dgm:cxn modelId="{FF87F7DE-F17A-4307-8BB0-B1B0B84205D6}" srcId="{82CFECF0-C284-410C-BE28-7FCC7BA9E6D2}" destId="{8220BA1B-D9A8-466B-8BFB-73A11920D4EE}" srcOrd="1" destOrd="0" parTransId="{0C23D40D-5B82-43A1-9681-57BD9475C4D0}" sibTransId="{4673DDF5-4FBE-42CA-82B9-914D991F7E6B}"/>
    <dgm:cxn modelId="{94BA94F2-B096-2944-BC11-338CA58E1841}" type="presOf" srcId="{EA07A950-E00B-4C1A-B860-8A718C8E2172}" destId="{1F29C26D-9368-42C5-87C7-565476A72FC5}" srcOrd="0" destOrd="0" presId="urn:microsoft.com/office/officeart/2016/7/layout/BasicTimeline"/>
    <dgm:cxn modelId="{353F2EF3-6011-8A43-8B41-6CCF30902BD6}" type="presOf" srcId="{00410361-10B8-4BA0-BD6A-D01FF5FF91A4}" destId="{3377C005-C301-4A1E-95D7-F000B0E691C6}" srcOrd="0" destOrd="0" presId="urn:microsoft.com/office/officeart/2016/7/layout/BasicTimeline"/>
    <dgm:cxn modelId="{50B18F67-28BE-2243-9E2D-B5D792D272A4}" type="presParOf" srcId="{DB7387C4-656D-43AA-8A41-EFDE6BD1D813}" destId="{201172F8-4A28-4862-A7C7-0C2FCEED7AFC}" srcOrd="0" destOrd="0" presId="urn:microsoft.com/office/officeart/2016/7/layout/BasicTimeline"/>
    <dgm:cxn modelId="{7803472A-F8F7-254F-B1E7-73D4A1466B3F}" type="presParOf" srcId="{DB7387C4-656D-43AA-8A41-EFDE6BD1D813}" destId="{465DF469-0D3C-49FE-907E-2F84611C0A5E}" srcOrd="1" destOrd="0" presId="urn:microsoft.com/office/officeart/2016/7/layout/BasicTimeline"/>
    <dgm:cxn modelId="{988632B0-5B3B-3643-A96C-B8F7A1405EED}" type="presParOf" srcId="{465DF469-0D3C-49FE-907E-2F84611C0A5E}" destId="{B40D6689-84A8-4978-A005-74AED5054928}" srcOrd="0" destOrd="0" presId="urn:microsoft.com/office/officeart/2016/7/layout/BasicTimeline"/>
    <dgm:cxn modelId="{C9129CCE-8A4A-554A-B59B-6D05908A7DE4}" type="presParOf" srcId="{B40D6689-84A8-4978-A005-74AED5054928}" destId="{F2035BAB-15EB-4504-A5E3-F420DC1491DD}" srcOrd="0" destOrd="0" presId="urn:microsoft.com/office/officeart/2016/7/layout/BasicTimeline"/>
    <dgm:cxn modelId="{7E5C0089-3696-3E40-8B1D-A558CC875B25}" type="presParOf" srcId="{B40D6689-84A8-4978-A005-74AED5054928}" destId="{92836925-0A2F-4707-A07D-C3678B5A1ED1}" srcOrd="1" destOrd="0" presId="urn:microsoft.com/office/officeart/2016/7/layout/BasicTimeline"/>
    <dgm:cxn modelId="{7EDDF79E-33C9-CF4B-9F3E-F4E003879CB3}" type="presParOf" srcId="{92836925-0A2F-4707-A07D-C3678B5A1ED1}" destId="{B0DE107D-961B-4112-83AA-02D5D64C5CF5}" srcOrd="0" destOrd="0" presId="urn:microsoft.com/office/officeart/2016/7/layout/BasicTimeline"/>
    <dgm:cxn modelId="{FD24A25D-843B-9543-8C3C-C5197D02A71C}" type="presParOf" srcId="{92836925-0A2F-4707-A07D-C3678B5A1ED1}" destId="{BC2D9E8F-FE4B-4587-882F-1B23111890ED}" srcOrd="1" destOrd="0" presId="urn:microsoft.com/office/officeart/2016/7/layout/BasicTimeline"/>
    <dgm:cxn modelId="{D60F8685-975F-D34C-9196-9A5AE3C87BB2}" type="presParOf" srcId="{B40D6689-84A8-4978-A005-74AED5054928}" destId="{A6B32664-D73B-493A-8ED9-CC8820D089AB}" srcOrd="2" destOrd="0" presId="urn:microsoft.com/office/officeart/2016/7/layout/BasicTimeline"/>
    <dgm:cxn modelId="{1CCA6184-3E0C-E947-AC91-7C3285B0D357}" type="presParOf" srcId="{B40D6689-84A8-4978-A005-74AED5054928}" destId="{77DBFA22-8294-4881-A95C-588B768FDC43}" srcOrd="3" destOrd="0" presId="urn:microsoft.com/office/officeart/2016/7/layout/BasicTimeline"/>
    <dgm:cxn modelId="{77DE9FE4-215C-E743-B689-EBC7D98150F2}" type="presParOf" srcId="{B40D6689-84A8-4978-A005-74AED5054928}" destId="{1EEC3154-039D-4F12-9BB7-90937FC6752F}" srcOrd="4" destOrd="0" presId="urn:microsoft.com/office/officeart/2016/7/layout/BasicTimeline"/>
    <dgm:cxn modelId="{F397EA8A-700E-F641-8EE4-8CCC21179E94}" type="presParOf" srcId="{465DF469-0D3C-49FE-907E-2F84611C0A5E}" destId="{F29BA1AE-9055-48FF-92BB-3246DF765195}" srcOrd="1" destOrd="0" presId="urn:microsoft.com/office/officeart/2016/7/layout/BasicTimeline"/>
    <dgm:cxn modelId="{A76F8FE8-9B4E-2A44-9085-E8B51B31CADF}" type="presParOf" srcId="{465DF469-0D3C-49FE-907E-2F84611C0A5E}" destId="{F9CE5EE8-A776-4E7E-81BC-26EED6459A8C}" srcOrd="2" destOrd="0" presId="urn:microsoft.com/office/officeart/2016/7/layout/BasicTimeline"/>
    <dgm:cxn modelId="{BE99C68A-81CC-D248-9C35-E22419E3E76E}" type="presParOf" srcId="{F9CE5EE8-A776-4E7E-81BC-26EED6459A8C}" destId="{392FC83A-1D49-42E1-A4BA-C775A2A2FAD2}" srcOrd="0" destOrd="0" presId="urn:microsoft.com/office/officeart/2016/7/layout/BasicTimeline"/>
    <dgm:cxn modelId="{7C6B108E-D2D0-224B-9E5C-06A32DEE9B4C}" type="presParOf" srcId="{F9CE5EE8-A776-4E7E-81BC-26EED6459A8C}" destId="{A20ACBC1-52AC-4BA7-ADA8-5776337E4C6A}" srcOrd="1" destOrd="0" presId="urn:microsoft.com/office/officeart/2016/7/layout/BasicTimeline"/>
    <dgm:cxn modelId="{404C0C3B-BBCD-944E-9B32-5933322A15D6}" type="presParOf" srcId="{A20ACBC1-52AC-4BA7-ADA8-5776337E4C6A}" destId="{3377C005-C301-4A1E-95D7-F000B0E691C6}" srcOrd="0" destOrd="0" presId="urn:microsoft.com/office/officeart/2016/7/layout/BasicTimeline"/>
    <dgm:cxn modelId="{F7445E6C-DE42-FD40-B506-30A23091ABA2}" type="presParOf" srcId="{A20ACBC1-52AC-4BA7-ADA8-5776337E4C6A}" destId="{8F667F59-3940-4B83-881C-9E215337231C}" srcOrd="1" destOrd="0" presId="urn:microsoft.com/office/officeart/2016/7/layout/BasicTimeline"/>
    <dgm:cxn modelId="{956064C0-441E-994B-AD72-35E625A6D147}" type="presParOf" srcId="{F9CE5EE8-A776-4E7E-81BC-26EED6459A8C}" destId="{AC690131-6577-42D6-8C13-4398C53B1328}" srcOrd="2" destOrd="0" presId="urn:microsoft.com/office/officeart/2016/7/layout/BasicTimeline"/>
    <dgm:cxn modelId="{F0150292-8848-8E44-91DE-A3B1A890CB9F}" type="presParOf" srcId="{F9CE5EE8-A776-4E7E-81BC-26EED6459A8C}" destId="{C5AC43C5-6436-49D2-9EFA-660E9DA99F0E}" srcOrd="3" destOrd="0" presId="urn:microsoft.com/office/officeart/2016/7/layout/BasicTimeline"/>
    <dgm:cxn modelId="{D5E5AC66-C491-A341-A666-15C42A3C3A5C}" type="presParOf" srcId="{F9CE5EE8-A776-4E7E-81BC-26EED6459A8C}" destId="{31BE99FC-3E20-42AD-B149-F246C16944FC}" srcOrd="4" destOrd="0" presId="urn:microsoft.com/office/officeart/2016/7/layout/BasicTimeline"/>
    <dgm:cxn modelId="{A5346594-49C9-E24C-98E5-88265934F9D6}" type="presParOf" srcId="{465DF469-0D3C-49FE-907E-2F84611C0A5E}" destId="{2A4CCB58-D2AF-48F8-B63D-CFADBE2DA7AB}" srcOrd="3" destOrd="0" presId="urn:microsoft.com/office/officeart/2016/7/layout/BasicTimeline"/>
    <dgm:cxn modelId="{E2FEFDCD-A426-9547-905F-4668FDD3A33D}" type="presParOf" srcId="{465DF469-0D3C-49FE-907E-2F84611C0A5E}" destId="{D3A7919D-68E0-498B-9A4B-71BFEA9C8919}" srcOrd="4" destOrd="0" presId="urn:microsoft.com/office/officeart/2016/7/layout/BasicTimeline"/>
    <dgm:cxn modelId="{91D7830D-C57C-F044-87AA-5C84447DCF52}" type="presParOf" srcId="{D3A7919D-68E0-498B-9A4B-71BFEA9C8919}" destId="{F65B66A1-18A5-4C03-A86F-060BEF3BA6C2}" srcOrd="0" destOrd="0" presId="urn:microsoft.com/office/officeart/2016/7/layout/BasicTimeline"/>
    <dgm:cxn modelId="{AD34F593-807C-984B-A90B-DBCA539AED3B}" type="presParOf" srcId="{D3A7919D-68E0-498B-9A4B-71BFEA9C8919}" destId="{941270F9-ADA1-4805-A7A9-4F11A4CA636D}" srcOrd="1" destOrd="0" presId="urn:microsoft.com/office/officeart/2016/7/layout/BasicTimeline"/>
    <dgm:cxn modelId="{7CC7C4E4-345A-F24A-9704-F1EB31A6AB8D}" type="presParOf" srcId="{941270F9-ADA1-4805-A7A9-4F11A4CA636D}" destId="{4EC02F7F-90E7-4D59-9CF5-88107D5D0FB5}" srcOrd="0" destOrd="0" presId="urn:microsoft.com/office/officeart/2016/7/layout/BasicTimeline"/>
    <dgm:cxn modelId="{47EF1128-3148-A942-A14C-80313B0A82DD}" type="presParOf" srcId="{941270F9-ADA1-4805-A7A9-4F11A4CA636D}" destId="{0F6F333F-7204-4DB7-B712-AC8462157CF3}" srcOrd="1" destOrd="0" presId="urn:microsoft.com/office/officeart/2016/7/layout/BasicTimeline"/>
    <dgm:cxn modelId="{EA135AF5-0556-3044-9D6F-101265D3D673}" type="presParOf" srcId="{D3A7919D-68E0-498B-9A4B-71BFEA9C8919}" destId="{652C3D7F-36C9-4F10-A676-20DE63C9D11A}" srcOrd="2" destOrd="0" presId="urn:microsoft.com/office/officeart/2016/7/layout/BasicTimeline"/>
    <dgm:cxn modelId="{920BE66B-DB33-7F49-9914-7D2AC4323E6A}" type="presParOf" srcId="{D3A7919D-68E0-498B-9A4B-71BFEA9C8919}" destId="{C9AB4530-9618-4112-A5CB-73F8DED75AA7}" srcOrd="3" destOrd="0" presId="urn:microsoft.com/office/officeart/2016/7/layout/BasicTimeline"/>
    <dgm:cxn modelId="{6AFE7309-A05C-A149-A49E-3871C408FB8B}" type="presParOf" srcId="{D3A7919D-68E0-498B-9A4B-71BFEA9C8919}" destId="{6CA4951E-698D-40F0-B86D-18CC3F32EDBF}" srcOrd="4" destOrd="0" presId="urn:microsoft.com/office/officeart/2016/7/layout/BasicTimeline"/>
    <dgm:cxn modelId="{3CD68D04-79A7-624E-B952-87714008FF60}" type="presParOf" srcId="{465DF469-0D3C-49FE-907E-2F84611C0A5E}" destId="{8C003882-2606-440C-BF15-B69CC40370DA}" srcOrd="5" destOrd="0" presId="urn:microsoft.com/office/officeart/2016/7/layout/BasicTimeline"/>
    <dgm:cxn modelId="{D0CA69C2-1BEF-974A-B41D-31322FF4AC99}" type="presParOf" srcId="{465DF469-0D3C-49FE-907E-2F84611C0A5E}" destId="{12FA6844-9717-4DFC-A93C-F7E638F908CC}" srcOrd="6" destOrd="0" presId="urn:microsoft.com/office/officeart/2016/7/layout/BasicTimeline"/>
    <dgm:cxn modelId="{739F4F9C-DA70-B74F-BC56-7D43CF157CEB}" type="presParOf" srcId="{12FA6844-9717-4DFC-A93C-F7E638F908CC}" destId="{1F29C26D-9368-42C5-87C7-565476A72FC5}" srcOrd="0" destOrd="0" presId="urn:microsoft.com/office/officeart/2016/7/layout/BasicTimeline"/>
    <dgm:cxn modelId="{37A5621E-3431-1E41-830A-1B8425354CA1}" type="presParOf" srcId="{12FA6844-9717-4DFC-A93C-F7E638F908CC}" destId="{0F8ACDF4-4C32-4D24-8FED-491F0421023B}" srcOrd="1" destOrd="0" presId="urn:microsoft.com/office/officeart/2016/7/layout/BasicTimeline"/>
    <dgm:cxn modelId="{FEDEB058-F0E7-B440-ABAB-619C8E06A1EB}" type="presParOf" srcId="{0F8ACDF4-4C32-4D24-8FED-491F0421023B}" destId="{06ED1EB9-B91B-4C72-88F2-F40BD8D0847D}" srcOrd="0" destOrd="0" presId="urn:microsoft.com/office/officeart/2016/7/layout/BasicTimeline"/>
    <dgm:cxn modelId="{76E1B63F-37F1-3143-A482-6155A489A85D}" type="presParOf" srcId="{0F8ACDF4-4C32-4D24-8FED-491F0421023B}" destId="{8F2D6A0A-A246-417F-AE88-5D9A765C463A}" srcOrd="1" destOrd="0" presId="urn:microsoft.com/office/officeart/2016/7/layout/BasicTimeline"/>
    <dgm:cxn modelId="{B9AC62A1-67F9-1540-99EA-9B70E60D0E8C}" type="presParOf" srcId="{12FA6844-9717-4DFC-A93C-F7E638F908CC}" destId="{E80EC380-6B77-43E7-9FC2-9E3F786F5F03}" srcOrd="2" destOrd="0" presId="urn:microsoft.com/office/officeart/2016/7/layout/BasicTimeline"/>
    <dgm:cxn modelId="{66425C22-C2BF-4843-8488-0E5F0D2F92F6}" type="presParOf" srcId="{12FA6844-9717-4DFC-A93C-F7E638F908CC}" destId="{EF4A1EA3-54D9-4644-B108-27DA0542C01F}" srcOrd="3" destOrd="0" presId="urn:microsoft.com/office/officeart/2016/7/layout/BasicTimeline"/>
    <dgm:cxn modelId="{B0A5EC74-5AD3-5D4B-88F3-22BD713D4FCC}" type="presParOf" srcId="{12FA6844-9717-4DFC-A93C-F7E638F908CC}" destId="{A5636539-DB12-4C87-A2C2-E35A507C16C8}" srcOrd="4" destOrd="0" presId="urn:microsoft.com/office/officeart/2016/7/layout/BasicTimeline"/>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A902E47-167C-4132-9D31-BCC715D794B1}" type="doc">
      <dgm:prSet loTypeId="urn:microsoft.com/office/officeart/2005/8/layout/hList1" loCatId="list" qsTypeId="urn:microsoft.com/office/officeart/2005/8/quickstyle/simple1" qsCatId="simple" csTypeId="urn:microsoft.com/office/officeart/2005/8/colors/colorful4" csCatId="colorful" phldr="1"/>
      <dgm:spPr/>
      <dgm:t>
        <a:bodyPr/>
        <a:lstStyle/>
        <a:p>
          <a:endParaRPr lang="en-US"/>
        </a:p>
      </dgm:t>
    </dgm:pt>
    <dgm:pt modelId="{22D32D9F-139E-4996-9725-BAFD7B9EC6D5}">
      <dgm:prSet custT="1"/>
      <dgm:spPr/>
      <dgm:t>
        <a:bodyPr/>
        <a:lstStyle/>
        <a:p>
          <a:r>
            <a:rPr lang="en-US" sz="1800">
              <a:latin typeface="Calibri"/>
              <a:ea typeface="Calibri"/>
              <a:cs typeface="Calibri"/>
            </a:rPr>
            <a:t>System Concept</a:t>
          </a:r>
        </a:p>
      </dgm:t>
    </dgm:pt>
    <dgm:pt modelId="{C1FCF3C2-06E6-45DB-8571-9F625D2F740A}" type="parTrans" cxnId="{F4DD0D27-08BB-4D7D-9B71-3A13FFDA32C7}">
      <dgm:prSet/>
      <dgm:spPr/>
      <dgm:t>
        <a:bodyPr/>
        <a:lstStyle/>
        <a:p>
          <a:endParaRPr lang="en-US"/>
        </a:p>
      </dgm:t>
    </dgm:pt>
    <dgm:pt modelId="{A8DA7411-57F9-47E2-A2A1-2889DB4EFFD4}" type="sibTrans" cxnId="{F4DD0D27-08BB-4D7D-9B71-3A13FFDA32C7}">
      <dgm:prSet/>
      <dgm:spPr/>
      <dgm:t>
        <a:bodyPr/>
        <a:lstStyle/>
        <a:p>
          <a:endParaRPr lang="en-US"/>
        </a:p>
      </dgm:t>
    </dgm:pt>
    <dgm:pt modelId="{EC76CB4E-064A-4A47-8D70-F0DA36A2214A}">
      <dgm:prSet custT="1"/>
      <dgm:spPr/>
      <dgm:t>
        <a:bodyPr/>
        <a:lstStyle/>
        <a:p>
          <a:r>
            <a:rPr lang="en-US" sz="1600">
              <a:latin typeface="Calibri"/>
              <a:ea typeface="Calibri"/>
              <a:cs typeface="Calibri"/>
            </a:rPr>
            <a:t>Localized </a:t>
          </a:r>
          <a:r>
            <a:rPr lang="en-US" sz="1600" b="1">
              <a:latin typeface="Calibri"/>
              <a:ea typeface="Calibri"/>
              <a:cs typeface="Calibri"/>
            </a:rPr>
            <a:t>Offline Voice Assistant</a:t>
          </a:r>
          <a:r>
            <a:rPr lang="en-US" sz="1600">
              <a:latin typeface="Calibri"/>
              <a:ea typeface="Calibri"/>
              <a:cs typeface="Calibri"/>
            </a:rPr>
            <a:t> designed specifically for senior citizens.</a:t>
          </a:r>
        </a:p>
      </dgm:t>
    </dgm:pt>
    <dgm:pt modelId="{ED4DF3E3-922F-4C0A-A835-43EA49757CF0}" type="parTrans" cxnId="{DDF45110-FCF1-423D-8CBF-3A01CF6CB31E}">
      <dgm:prSet/>
      <dgm:spPr/>
      <dgm:t>
        <a:bodyPr/>
        <a:lstStyle/>
        <a:p>
          <a:endParaRPr lang="en-US"/>
        </a:p>
      </dgm:t>
    </dgm:pt>
    <dgm:pt modelId="{1E553FD7-113A-4CFA-9A8E-E53F54D5B321}" type="sibTrans" cxnId="{DDF45110-FCF1-423D-8CBF-3A01CF6CB31E}">
      <dgm:prSet/>
      <dgm:spPr/>
      <dgm:t>
        <a:bodyPr/>
        <a:lstStyle/>
        <a:p>
          <a:endParaRPr lang="en-US"/>
        </a:p>
      </dgm:t>
    </dgm:pt>
    <dgm:pt modelId="{D3D2840F-8D75-4FE3-872C-AB4ED158403A}">
      <dgm:prSet custT="1"/>
      <dgm:spPr/>
      <dgm:t>
        <a:bodyPr/>
        <a:lstStyle/>
        <a:p>
          <a:r>
            <a:rPr lang="en-US" sz="1800">
              <a:latin typeface="Calibri"/>
              <a:ea typeface="Calibri"/>
              <a:cs typeface="Calibri"/>
            </a:rPr>
            <a:t>Key Features</a:t>
          </a:r>
        </a:p>
      </dgm:t>
    </dgm:pt>
    <dgm:pt modelId="{C89AF20B-460B-4973-947D-B93C72E9BEA8}" type="parTrans" cxnId="{8AF96189-6970-49AF-8AD6-FA0767D99359}">
      <dgm:prSet/>
      <dgm:spPr/>
      <dgm:t>
        <a:bodyPr/>
        <a:lstStyle/>
        <a:p>
          <a:endParaRPr lang="en-US"/>
        </a:p>
      </dgm:t>
    </dgm:pt>
    <dgm:pt modelId="{AC168EBC-C8E4-4C3D-8DBA-7DB3E6084CA2}" type="sibTrans" cxnId="{8AF96189-6970-49AF-8AD6-FA0767D99359}">
      <dgm:prSet/>
      <dgm:spPr/>
      <dgm:t>
        <a:bodyPr/>
        <a:lstStyle/>
        <a:p>
          <a:endParaRPr lang="en-US"/>
        </a:p>
      </dgm:t>
    </dgm:pt>
    <dgm:pt modelId="{8F077989-0940-4A85-92CE-CC98B2BD1D98}">
      <dgm:prSet custT="1"/>
      <dgm:spPr/>
      <dgm:t>
        <a:bodyPr/>
        <a:lstStyle/>
        <a:p>
          <a:r>
            <a:rPr lang="en-US" sz="1600">
              <a:latin typeface="Calibri"/>
              <a:ea typeface="Calibri"/>
              <a:cs typeface="Calibri"/>
            </a:rPr>
            <a:t>Works completely offline</a:t>
          </a:r>
        </a:p>
      </dgm:t>
    </dgm:pt>
    <dgm:pt modelId="{ACFB8B60-FBEE-4DF1-BA8C-0C2F14FAA6BE}" type="parTrans" cxnId="{B936D853-AF98-4E52-AB56-24005472C2B1}">
      <dgm:prSet/>
      <dgm:spPr/>
      <dgm:t>
        <a:bodyPr/>
        <a:lstStyle/>
        <a:p>
          <a:endParaRPr lang="en-US"/>
        </a:p>
      </dgm:t>
    </dgm:pt>
    <dgm:pt modelId="{06A84466-C71D-479F-A0D0-825884A24F5C}" type="sibTrans" cxnId="{B936D853-AF98-4E52-AB56-24005472C2B1}">
      <dgm:prSet/>
      <dgm:spPr/>
      <dgm:t>
        <a:bodyPr/>
        <a:lstStyle/>
        <a:p>
          <a:endParaRPr lang="en-US"/>
        </a:p>
      </dgm:t>
    </dgm:pt>
    <dgm:pt modelId="{67BF598B-4870-488A-B117-CA5FD8DB4158}">
      <dgm:prSet/>
      <dgm:spPr/>
      <dgm:t>
        <a:bodyPr/>
        <a:lstStyle/>
        <a:p>
          <a:r>
            <a:rPr lang="en-US" sz="1600">
              <a:latin typeface="Calibri"/>
              <a:ea typeface="Calibri"/>
              <a:cs typeface="Calibri"/>
            </a:rPr>
            <a:t>Supports regional languages</a:t>
          </a:r>
        </a:p>
      </dgm:t>
    </dgm:pt>
    <dgm:pt modelId="{20EAB5D1-6A93-4F71-BBBE-A1BA83F23207}" type="parTrans" cxnId="{5C1E846B-C043-4483-AACE-0D345F1BE5BF}">
      <dgm:prSet/>
      <dgm:spPr/>
      <dgm:t>
        <a:bodyPr/>
        <a:lstStyle/>
        <a:p>
          <a:endParaRPr lang="en-US"/>
        </a:p>
      </dgm:t>
    </dgm:pt>
    <dgm:pt modelId="{3C56ABBC-F5AB-4E2D-B9FD-369DA14E8786}" type="sibTrans" cxnId="{5C1E846B-C043-4483-AACE-0D345F1BE5BF}">
      <dgm:prSet/>
      <dgm:spPr/>
      <dgm:t>
        <a:bodyPr/>
        <a:lstStyle/>
        <a:p>
          <a:endParaRPr lang="en-US"/>
        </a:p>
      </dgm:t>
    </dgm:pt>
    <dgm:pt modelId="{65121695-8A31-4769-ADD0-35D1A2DA75FA}">
      <dgm:prSet/>
      <dgm:spPr/>
      <dgm:t>
        <a:bodyPr/>
        <a:lstStyle/>
        <a:p>
          <a:r>
            <a:rPr lang="en-US" sz="1600">
              <a:latin typeface="Calibri"/>
              <a:ea typeface="Calibri"/>
              <a:cs typeface="Calibri"/>
            </a:rPr>
            <a:t>Simple voice-based interaction</a:t>
          </a:r>
        </a:p>
      </dgm:t>
    </dgm:pt>
    <dgm:pt modelId="{0C8E230E-13BB-4A80-82EB-CC998E5C6D91}" type="parTrans" cxnId="{7A3C3E7D-3ABC-47EC-989C-53B98B23CB2A}">
      <dgm:prSet/>
      <dgm:spPr/>
      <dgm:t>
        <a:bodyPr/>
        <a:lstStyle/>
        <a:p>
          <a:endParaRPr lang="en-US"/>
        </a:p>
      </dgm:t>
    </dgm:pt>
    <dgm:pt modelId="{87A42ABA-0EBA-4EF6-ABBC-FC644CFF884C}" type="sibTrans" cxnId="{7A3C3E7D-3ABC-47EC-989C-53B98B23CB2A}">
      <dgm:prSet/>
      <dgm:spPr/>
      <dgm:t>
        <a:bodyPr/>
        <a:lstStyle/>
        <a:p>
          <a:endParaRPr lang="en-US"/>
        </a:p>
      </dgm:t>
    </dgm:pt>
    <dgm:pt modelId="{45651728-1C06-475B-B847-1C5CF2A2A75E}">
      <dgm:prSet/>
      <dgm:spPr/>
      <dgm:t>
        <a:bodyPr/>
        <a:lstStyle/>
        <a:p>
          <a:r>
            <a:rPr lang="en-US" sz="1600">
              <a:latin typeface="Calibri"/>
              <a:ea typeface="Calibri"/>
              <a:cs typeface="Calibri"/>
            </a:rPr>
            <a:t>Emergency SOS alert system</a:t>
          </a:r>
        </a:p>
      </dgm:t>
    </dgm:pt>
    <dgm:pt modelId="{DF54570C-4EC1-4845-B4FF-419FFED857C2}" type="parTrans" cxnId="{D3596999-61D0-45C4-BF6F-36DBB25D8561}">
      <dgm:prSet/>
      <dgm:spPr/>
      <dgm:t>
        <a:bodyPr/>
        <a:lstStyle/>
        <a:p>
          <a:endParaRPr lang="en-US"/>
        </a:p>
      </dgm:t>
    </dgm:pt>
    <dgm:pt modelId="{67139C9A-C0E2-47B1-BCF9-429D3A4ACB30}" type="sibTrans" cxnId="{D3596999-61D0-45C4-BF6F-36DBB25D8561}">
      <dgm:prSet/>
      <dgm:spPr/>
      <dgm:t>
        <a:bodyPr/>
        <a:lstStyle/>
        <a:p>
          <a:endParaRPr lang="en-US"/>
        </a:p>
      </dgm:t>
    </dgm:pt>
    <dgm:pt modelId="{151B7123-3F06-4481-B6EE-093FC3092583}">
      <dgm:prSet/>
      <dgm:spPr/>
      <dgm:t>
        <a:bodyPr/>
        <a:lstStyle/>
        <a:p>
          <a:r>
            <a:rPr lang="en-US" sz="1600">
              <a:latin typeface="Calibri"/>
              <a:ea typeface="Calibri"/>
              <a:cs typeface="Calibri"/>
            </a:rPr>
            <a:t>Medicine &amp; appointment reminders</a:t>
          </a:r>
        </a:p>
      </dgm:t>
    </dgm:pt>
    <dgm:pt modelId="{DF375167-2B18-4CD5-B960-2D1BEBC7AC4D}" type="parTrans" cxnId="{0019DF95-36F2-4ACE-B700-D07E28CDF0A6}">
      <dgm:prSet/>
      <dgm:spPr/>
      <dgm:t>
        <a:bodyPr/>
        <a:lstStyle/>
        <a:p>
          <a:endParaRPr lang="en-US"/>
        </a:p>
      </dgm:t>
    </dgm:pt>
    <dgm:pt modelId="{F85F101A-BCAA-4620-9D47-208CAD8D2B1B}" type="sibTrans" cxnId="{0019DF95-36F2-4ACE-B700-D07E28CDF0A6}">
      <dgm:prSet/>
      <dgm:spPr/>
      <dgm:t>
        <a:bodyPr/>
        <a:lstStyle/>
        <a:p>
          <a:endParaRPr lang="en-US"/>
        </a:p>
      </dgm:t>
    </dgm:pt>
    <dgm:pt modelId="{F53CEF1E-1DC9-47CA-8DF5-78C1B2B62EA2}">
      <dgm:prSet custT="1"/>
      <dgm:spPr/>
      <dgm:t>
        <a:bodyPr/>
        <a:lstStyle/>
        <a:p>
          <a:r>
            <a:rPr lang="en-US" sz="1800">
              <a:latin typeface="Calibri"/>
              <a:ea typeface="Calibri"/>
              <a:cs typeface="Calibri"/>
            </a:rPr>
            <a:t>How It Solves the Problem</a:t>
          </a:r>
        </a:p>
      </dgm:t>
    </dgm:pt>
    <dgm:pt modelId="{95D04FAE-2BC5-472E-A0D6-DE63A9A3D056}" type="parTrans" cxnId="{42C3F630-A0AD-49CB-B629-8BFDABA6EAAF}">
      <dgm:prSet/>
      <dgm:spPr/>
      <dgm:t>
        <a:bodyPr/>
        <a:lstStyle/>
        <a:p>
          <a:endParaRPr lang="en-US"/>
        </a:p>
      </dgm:t>
    </dgm:pt>
    <dgm:pt modelId="{445EDCFD-E944-4629-919A-DA90FF690BBC}" type="sibTrans" cxnId="{42C3F630-A0AD-49CB-B629-8BFDABA6EAAF}">
      <dgm:prSet/>
      <dgm:spPr/>
      <dgm:t>
        <a:bodyPr/>
        <a:lstStyle/>
        <a:p>
          <a:endParaRPr lang="en-US"/>
        </a:p>
      </dgm:t>
    </dgm:pt>
    <dgm:pt modelId="{3D3EA373-DDFB-4F67-9251-F47141100D1E}">
      <dgm:prSet custT="1"/>
      <dgm:spPr/>
      <dgm:t>
        <a:bodyPr/>
        <a:lstStyle/>
        <a:p>
          <a:r>
            <a:rPr lang="en-US" sz="1600">
              <a:latin typeface="Calibri"/>
              <a:ea typeface="Calibri"/>
              <a:cs typeface="Calibri"/>
            </a:rPr>
            <a:t>No internet dependency</a:t>
          </a:r>
        </a:p>
      </dgm:t>
    </dgm:pt>
    <dgm:pt modelId="{5512C185-1557-457D-9890-278F9D8FEB9A}" type="parTrans" cxnId="{00D05D84-7AF4-4E3D-B371-DA59B48608F0}">
      <dgm:prSet/>
      <dgm:spPr/>
      <dgm:t>
        <a:bodyPr/>
        <a:lstStyle/>
        <a:p>
          <a:endParaRPr lang="en-US"/>
        </a:p>
      </dgm:t>
    </dgm:pt>
    <dgm:pt modelId="{66857599-89FF-4046-AA7B-92CD29D5ED54}" type="sibTrans" cxnId="{00D05D84-7AF4-4E3D-B371-DA59B48608F0}">
      <dgm:prSet/>
      <dgm:spPr/>
      <dgm:t>
        <a:bodyPr/>
        <a:lstStyle/>
        <a:p>
          <a:endParaRPr lang="en-US"/>
        </a:p>
      </dgm:t>
    </dgm:pt>
    <dgm:pt modelId="{66149C40-F565-4327-B09C-8DF2C8D76E3E}">
      <dgm:prSet/>
      <dgm:spPr/>
      <dgm:t>
        <a:bodyPr/>
        <a:lstStyle/>
        <a:p>
          <a:pPr rtl="0"/>
          <a:r>
            <a:rPr lang="en-US" sz="1600">
              <a:latin typeface="Calibri"/>
              <a:ea typeface="Calibri"/>
              <a:cs typeface="Calibri"/>
            </a:rPr>
            <a:t>Quick emergency communication with caregivers</a:t>
          </a:r>
          <a:endParaRPr lang="en-US" sz="1800">
            <a:latin typeface="Calibri"/>
            <a:ea typeface="Calibri"/>
            <a:cs typeface="Calibri"/>
          </a:endParaRPr>
        </a:p>
      </dgm:t>
    </dgm:pt>
    <dgm:pt modelId="{6B1EBB02-7AFB-4968-A454-B5AE536CC526}" type="parTrans" cxnId="{71562E54-170E-421F-A94C-E10E707F9C1E}">
      <dgm:prSet/>
      <dgm:spPr/>
      <dgm:t>
        <a:bodyPr/>
        <a:lstStyle/>
        <a:p>
          <a:endParaRPr lang="en-US"/>
        </a:p>
      </dgm:t>
    </dgm:pt>
    <dgm:pt modelId="{A64BDFA4-407F-4230-BE0B-244E6DEC5866}" type="sibTrans" cxnId="{71562E54-170E-421F-A94C-E10E707F9C1E}">
      <dgm:prSet/>
      <dgm:spPr/>
      <dgm:t>
        <a:bodyPr/>
        <a:lstStyle/>
        <a:p>
          <a:endParaRPr lang="en-US"/>
        </a:p>
      </dgm:t>
    </dgm:pt>
    <dgm:pt modelId="{BE2921A3-0129-4DD6-A115-5BB7F32AF0A6}">
      <dgm:prSet/>
      <dgm:spPr/>
      <dgm:t>
        <a:bodyPr/>
        <a:lstStyle/>
        <a:p>
          <a:r>
            <a:rPr lang="en-US" sz="1600">
              <a:latin typeface="Calibri"/>
              <a:ea typeface="Calibri"/>
              <a:cs typeface="Calibri"/>
            </a:rPr>
            <a:t>Fast emergency communication</a:t>
          </a:r>
        </a:p>
      </dgm:t>
    </dgm:pt>
    <dgm:pt modelId="{744AEE0A-1490-4EBA-B4EE-EFC740510665}" type="parTrans" cxnId="{0AFE2279-A029-456B-90B9-CB98118A2EF7}">
      <dgm:prSet/>
      <dgm:spPr/>
      <dgm:t>
        <a:bodyPr/>
        <a:lstStyle/>
        <a:p>
          <a:endParaRPr lang="en-US"/>
        </a:p>
      </dgm:t>
    </dgm:pt>
    <dgm:pt modelId="{975B6B5E-47AB-44C7-B885-CBBEC59CC016}" type="sibTrans" cxnId="{0AFE2279-A029-456B-90B9-CB98118A2EF7}">
      <dgm:prSet/>
      <dgm:spPr/>
      <dgm:t>
        <a:bodyPr/>
        <a:lstStyle/>
        <a:p>
          <a:endParaRPr lang="en-US"/>
        </a:p>
      </dgm:t>
    </dgm:pt>
    <dgm:pt modelId="{9EDC3EE2-04A9-464F-9125-EB1029C7CBF0}">
      <dgm:prSet/>
      <dgm:spPr/>
      <dgm:t>
        <a:bodyPr/>
        <a:lstStyle/>
        <a:p>
          <a:r>
            <a:rPr lang="en-US" sz="1600">
              <a:latin typeface="Calibri"/>
              <a:ea typeface="Calibri"/>
              <a:cs typeface="Calibri"/>
            </a:rPr>
            <a:t>Low-cost &amp; privacy-friendly</a:t>
          </a:r>
        </a:p>
      </dgm:t>
    </dgm:pt>
    <dgm:pt modelId="{62CCEAF9-9940-4DC3-A507-8B43D8201B03}" type="parTrans" cxnId="{88FAAEA1-B2EB-4911-8898-68B6BF179054}">
      <dgm:prSet/>
      <dgm:spPr/>
      <dgm:t>
        <a:bodyPr/>
        <a:lstStyle/>
        <a:p>
          <a:endParaRPr lang="en-US"/>
        </a:p>
      </dgm:t>
    </dgm:pt>
    <dgm:pt modelId="{59F59740-EAAC-4A70-92C0-C341F3209CDD}" type="sibTrans" cxnId="{88FAAEA1-B2EB-4911-8898-68B6BF179054}">
      <dgm:prSet/>
      <dgm:spPr/>
      <dgm:t>
        <a:bodyPr/>
        <a:lstStyle/>
        <a:p>
          <a:endParaRPr lang="en-US"/>
        </a:p>
      </dgm:t>
    </dgm:pt>
    <dgm:pt modelId="{6F6E493B-09E2-421E-A308-90D91B850932}">
      <dgm:prSet/>
      <dgm:spPr/>
      <dgm:t>
        <a:bodyPr/>
        <a:lstStyle/>
        <a:p>
          <a:r>
            <a:rPr lang="en-US" sz="1600">
              <a:latin typeface="Calibri"/>
              <a:ea typeface="Calibri"/>
              <a:cs typeface="Calibri"/>
            </a:rPr>
            <a:t>Enables safe and independent living</a:t>
          </a:r>
        </a:p>
      </dgm:t>
    </dgm:pt>
    <dgm:pt modelId="{0B93FEA3-085A-444F-9A5A-AE1EC7C40072}" type="parTrans" cxnId="{35D48E67-62E4-4BFD-B38E-F1F6E31A0A7E}">
      <dgm:prSet/>
      <dgm:spPr/>
      <dgm:t>
        <a:bodyPr/>
        <a:lstStyle/>
        <a:p>
          <a:endParaRPr lang="en-US"/>
        </a:p>
      </dgm:t>
    </dgm:pt>
    <dgm:pt modelId="{0D703DDC-8B5A-41F0-AFB4-EC7089500825}" type="sibTrans" cxnId="{35D48E67-62E4-4BFD-B38E-F1F6E31A0A7E}">
      <dgm:prSet/>
      <dgm:spPr/>
      <dgm:t>
        <a:bodyPr/>
        <a:lstStyle/>
        <a:p>
          <a:endParaRPr lang="en-US"/>
        </a:p>
      </dgm:t>
    </dgm:pt>
    <dgm:pt modelId="{AA071ECF-6FD5-4E5E-8694-1D9AEEFC6404}">
      <dgm:prSet phldr="0"/>
      <dgm:spPr/>
      <dgm:t>
        <a:bodyPr/>
        <a:lstStyle/>
        <a:p>
          <a:r>
            <a:rPr lang="en-US" sz="1600">
              <a:latin typeface="Calibri"/>
              <a:ea typeface="Calibri"/>
              <a:cs typeface="Calibri"/>
            </a:rPr>
            <a:t>Optimized for rural and low-network areas</a:t>
          </a:r>
        </a:p>
      </dgm:t>
    </dgm:pt>
    <dgm:pt modelId="{078FBBD5-424C-45F3-80E0-37E36C71F667}" type="parTrans" cxnId="{48BBE89E-E142-4187-9166-DD71B10291CB}">
      <dgm:prSet/>
      <dgm:spPr/>
    </dgm:pt>
    <dgm:pt modelId="{EBC820CF-0BD0-464D-8748-B2A6B56F7EAF}" type="sibTrans" cxnId="{48BBE89E-E142-4187-9166-DD71B10291CB}">
      <dgm:prSet/>
      <dgm:spPr/>
    </dgm:pt>
    <dgm:pt modelId="{53361C7A-944D-4019-B711-BF83A2960FAE}">
      <dgm:prSet phldr="0"/>
      <dgm:spPr/>
      <dgm:t>
        <a:bodyPr/>
        <a:lstStyle/>
        <a:p>
          <a:pPr rtl="0"/>
          <a:r>
            <a:rPr lang="en-US" sz="1600">
              <a:latin typeface="Calibri"/>
              <a:ea typeface="Calibri"/>
              <a:cs typeface="Calibri"/>
            </a:rPr>
            <a:t>Focused on safety, health, and daily assistance</a:t>
          </a:r>
        </a:p>
      </dgm:t>
    </dgm:pt>
    <dgm:pt modelId="{77986F1E-27B3-4EEE-AB35-7031055DDF07}" type="parTrans" cxnId="{62C89652-0764-4C1E-9193-396F495054F1}">
      <dgm:prSet/>
      <dgm:spPr/>
    </dgm:pt>
    <dgm:pt modelId="{31BCB978-7CEF-4686-89C9-1D52C4B7772A}" type="sibTrans" cxnId="{62C89652-0764-4C1E-9193-396F495054F1}">
      <dgm:prSet/>
      <dgm:spPr/>
    </dgm:pt>
    <dgm:pt modelId="{9DB543D9-5FE5-48CB-A123-4B7C4659E313}">
      <dgm:prSet phldr="0"/>
      <dgm:spPr/>
      <dgm:t>
        <a:bodyPr/>
        <a:lstStyle/>
        <a:p>
          <a:r>
            <a:rPr lang="en-US" sz="1600">
              <a:latin typeface="Calibri"/>
              <a:ea typeface="Calibri"/>
              <a:cs typeface="Calibri"/>
            </a:rPr>
            <a:t>Single-button activation system</a:t>
          </a:r>
        </a:p>
      </dgm:t>
    </dgm:pt>
    <dgm:pt modelId="{D8C53702-6B51-4C31-9004-83B59CC87940}" type="parTrans" cxnId="{6340F216-38A5-4711-A740-6D4EBAE51F23}">
      <dgm:prSet/>
      <dgm:spPr/>
    </dgm:pt>
    <dgm:pt modelId="{764F4C61-F07F-4618-96D0-5CDD2CCCAC80}" type="sibTrans" cxnId="{6340F216-38A5-4711-A740-6D4EBAE51F23}">
      <dgm:prSet/>
      <dgm:spPr/>
    </dgm:pt>
    <dgm:pt modelId="{8D2A3725-990A-4A1D-8815-E2C9ADA38E9D}">
      <dgm:prSet phldr="0"/>
      <dgm:spPr/>
      <dgm:t>
        <a:bodyPr/>
        <a:lstStyle/>
        <a:p>
          <a:pPr rtl="0"/>
          <a:r>
            <a:rPr lang="en-US" sz="1600">
              <a:latin typeface="Calibri"/>
              <a:ea typeface="Calibri"/>
              <a:cs typeface="Calibri"/>
            </a:rPr>
            <a:t>Low power consumption design</a:t>
          </a:r>
        </a:p>
      </dgm:t>
    </dgm:pt>
    <dgm:pt modelId="{1BED9500-E18A-4C5F-A0AD-C902B814B431}" type="parTrans" cxnId="{B7588679-B442-4426-A965-58ED90F364A7}">
      <dgm:prSet/>
      <dgm:spPr/>
    </dgm:pt>
    <dgm:pt modelId="{7ED35F11-0A0F-431F-8588-8DFE988AE609}" type="sibTrans" cxnId="{B7588679-B442-4426-A965-58ED90F364A7}">
      <dgm:prSet/>
      <dgm:spPr/>
    </dgm:pt>
    <dgm:pt modelId="{1C039D7C-0047-4A35-ACC9-95F912D9125C}">
      <dgm:prSet phldr="0"/>
      <dgm:spPr/>
      <dgm:t>
        <a:bodyPr/>
        <a:lstStyle/>
        <a:p>
          <a:pPr rtl="0"/>
          <a:r>
            <a:rPr lang="en-US" sz="1600">
              <a:latin typeface="Calibri"/>
              <a:ea typeface="Calibri"/>
              <a:cs typeface="Calibri"/>
            </a:rPr>
            <a:t>Reduces complexity for elderly users</a:t>
          </a:r>
        </a:p>
      </dgm:t>
    </dgm:pt>
    <dgm:pt modelId="{C70DF4CE-7A7C-4360-8291-236492A5A47E}" type="parTrans" cxnId="{037F6199-146F-4B53-8D09-77176CAA07EB}">
      <dgm:prSet/>
      <dgm:spPr/>
    </dgm:pt>
    <dgm:pt modelId="{EFDC71FE-8730-4F70-BA5A-056BAACB6DEF}" type="sibTrans" cxnId="{037F6199-146F-4B53-8D09-77176CAA07EB}">
      <dgm:prSet/>
      <dgm:spPr/>
    </dgm:pt>
    <dgm:pt modelId="{CEE97D77-A2C6-45F6-8DF7-CE8F6C4CE7A3}">
      <dgm:prSet phldr="0"/>
      <dgm:spPr/>
      <dgm:t>
        <a:bodyPr/>
        <a:lstStyle/>
        <a:p>
          <a:pPr rtl="0"/>
          <a:r>
            <a:rPr lang="en-US" sz="1600">
              <a:latin typeface="Calibri"/>
              <a:ea typeface="Calibri"/>
              <a:cs typeface="Calibri"/>
            </a:rPr>
            <a:t>Supports regional communication barriers</a:t>
          </a:r>
        </a:p>
      </dgm:t>
    </dgm:pt>
    <dgm:pt modelId="{9359FD44-9E8C-4E8D-9495-5A2CA9F5BE8E}" type="parTrans" cxnId="{C4A0D2E1-3252-4EE5-8034-3AC95534ECC6}">
      <dgm:prSet/>
      <dgm:spPr/>
    </dgm:pt>
    <dgm:pt modelId="{684C5B4E-8C9B-4D36-AAC4-E5A6B1EBC2BD}" type="sibTrans" cxnId="{C4A0D2E1-3252-4EE5-8034-3AC95534ECC6}">
      <dgm:prSet/>
      <dgm:spPr/>
    </dgm:pt>
    <dgm:pt modelId="{CCE4BF3E-8170-4CC9-8DA5-B4ECD3E4C741}">
      <dgm:prSet phldr="0"/>
      <dgm:spPr/>
      <dgm:t>
        <a:bodyPr/>
        <a:lstStyle/>
        <a:p>
          <a:pPr rtl="0"/>
          <a:r>
            <a:rPr lang="en-US" sz="1600">
              <a:latin typeface="Calibri"/>
              <a:ea typeface="Calibri"/>
              <a:cs typeface="Calibri"/>
            </a:rPr>
            <a:t>Customizable voice commands</a:t>
          </a:r>
        </a:p>
      </dgm:t>
    </dgm:pt>
    <dgm:pt modelId="{CBD7662C-5738-46C0-B518-3F35781A3D2C}" type="parTrans" cxnId="{ED5B03BD-0CAF-4729-8B97-534CB0DB7B8C}">
      <dgm:prSet/>
      <dgm:spPr/>
    </dgm:pt>
    <dgm:pt modelId="{7368D1E5-3487-4A43-A29D-88D19AC48614}" type="sibTrans" cxnId="{ED5B03BD-0CAF-4729-8B97-534CB0DB7B8C}">
      <dgm:prSet/>
      <dgm:spPr/>
    </dgm:pt>
    <dgm:pt modelId="{A7DB5213-59F8-43FB-8453-A0DA4403EC15}">
      <dgm:prSet phldr="0"/>
      <dgm:spPr/>
      <dgm:t>
        <a:bodyPr/>
        <a:lstStyle/>
        <a:p>
          <a:r>
            <a:rPr lang="en-US" sz="1600">
              <a:latin typeface="Calibri"/>
              <a:ea typeface="Calibri"/>
              <a:cs typeface="Calibri"/>
            </a:rPr>
            <a:t>Faster response compared to cloud assistants</a:t>
          </a:r>
        </a:p>
      </dgm:t>
    </dgm:pt>
    <dgm:pt modelId="{05CB6759-8B49-48EC-A6A0-34F913CF2697}" type="parTrans" cxnId="{EF57236B-9556-43FE-B0E9-04E0175E1872}">
      <dgm:prSet/>
      <dgm:spPr/>
    </dgm:pt>
    <dgm:pt modelId="{422AB2F0-C17B-428E-A81E-031FFD945276}" type="sibTrans" cxnId="{EF57236B-9556-43FE-B0E9-04E0175E1872}">
      <dgm:prSet/>
      <dgm:spPr/>
    </dgm:pt>
    <dgm:pt modelId="{E4D5EAA8-8CB8-4710-BF5F-0BCE81EE2C46}" type="pres">
      <dgm:prSet presAssocID="{8A902E47-167C-4132-9D31-BCC715D794B1}" presName="Name0" presStyleCnt="0">
        <dgm:presLayoutVars>
          <dgm:dir/>
          <dgm:animLvl val="lvl"/>
          <dgm:resizeHandles val="exact"/>
        </dgm:presLayoutVars>
      </dgm:prSet>
      <dgm:spPr/>
    </dgm:pt>
    <dgm:pt modelId="{D39F4B82-4C42-4B38-B3F8-FA752C4122E2}" type="pres">
      <dgm:prSet presAssocID="{22D32D9F-139E-4996-9725-BAFD7B9EC6D5}" presName="composite" presStyleCnt="0"/>
      <dgm:spPr/>
    </dgm:pt>
    <dgm:pt modelId="{7C34EF10-0A2C-4382-8271-0CBAF87716A3}" type="pres">
      <dgm:prSet presAssocID="{22D32D9F-139E-4996-9725-BAFD7B9EC6D5}" presName="parTx" presStyleLbl="alignNode1" presStyleIdx="0" presStyleCnt="3">
        <dgm:presLayoutVars>
          <dgm:chMax val="0"/>
          <dgm:chPref val="0"/>
          <dgm:bulletEnabled val="1"/>
        </dgm:presLayoutVars>
      </dgm:prSet>
      <dgm:spPr/>
    </dgm:pt>
    <dgm:pt modelId="{4BE7BD70-D8C2-4898-8261-DC26119E052E}" type="pres">
      <dgm:prSet presAssocID="{22D32D9F-139E-4996-9725-BAFD7B9EC6D5}" presName="desTx" presStyleLbl="alignAccFollowNode1" presStyleIdx="0" presStyleCnt="3">
        <dgm:presLayoutVars>
          <dgm:bulletEnabled val="1"/>
        </dgm:presLayoutVars>
      </dgm:prSet>
      <dgm:spPr/>
    </dgm:pt>
    <dgm:pt modelId="{B3FBB1C8-8321-4A90-8407-D2AC7005B91F}" type="pres">
      <dgm:prSet presAssocID="{A8DA7411-57F9-47E2-A2A1-2889DB4EFFD4}" presName="space" presStyleCnt="0"/>
      <dgm:spPr/>
    </dgm:pt>
    <dgm:pt modelId="{3A13A4CF-2A7A-4E90-86CE-87CDEE81778E}" type="pres">
      <dgm:prSet presAssocID="{D3D2840F-8D75-4FE3-872C-AB4ED158403A}" presName="composite" presStyleCnt="0"/>
      <dgm:spPr/>
    </dgm:pt>
    <dgm:pt modelId="{32F68D4B-5B0D-4FF9-9DC2-D8BC483E8A47}" type="pres">
      <dgm:prSet presAssocID="{D3D2840F-8D75-4FE3-872C-AB4ED158403A}" presName="parTx" presStyleLbl="alignNode1" presStyleIdx="1" presStyleCnt="3">
        <dgm:presLayoutVars>
          <dgm:chMax val="0"/>
          <dgm:chPref val="0"/>
          <dgm:bulletEnabled val="1"/>
        </dgm:presLayoutVars>
      </dgm:prSet>
      <dgm:spPr/>
    </dgm:pt>
    <dgm:pt modelId="{410CD284-0CD6-4F43-BB94-C5A7A5F0C1F1}" type="pres">
      <dgm:prSet presAssocID="{D3D2840F-8D75-4FE3-872C-AB4ED158403A}" presName="desTx" presStyleLbl="alignAccFollowNode1" presStyleIdx="1" presStyleCnt="3">
        <dgm:presLayoutVars>
          <dgm:bulletEnabled val="1"/>
        </dgm:presLayoutVars>
      </dgm:prSet>
      <dgm:spPr/>
    </dgm:pt>
    <dgm:pt modelId="{823F1F42-8446-474C-A5C5-E4A07547EDF1}" type="pres">
      <dgm:prSet presAssocID="{AC168EBC-C8E4-4C3D-8DBA-7DB3E6084CA2}" presName="space" presStyleCnt="0"/>
      <dgm:spPr/>
    </dgm:pt>
    <dgm:pt modelId="{518A59B9-AE54-4267-8965-E8584CDFA151}" type="pres">
      <dgm:prSet presAssocID="{F53CEF1E-1DC9-47CA-8DF5-78C1B2B62EA2}" presName="composite" presStyleCnt="0"/>
      <dgm:spPr/>
    </dgm:pt>
    <dgm:pt modelId="{1081B7A9-6B67-4D22-9DC1-5B773AFC5950}" type="pres">
      <dgm:prSet presAssocID="{F53CEF1E-1DC9-47CA-8DF5-78C1B2B62EA2}" presName="parTx" presStyleLbl="alignNode1" presStyleIdx="2" presStyleCnt="3">
        <dgm:presLayoutVars>
          <dgm:chMax val="0"/>
          <dgm:chPref val="0"/>
          <dgm:bulletEnabled val="1"/>
        </dgm:presLayoutVars>
      </dgm:prSet>
      <dgm:spPr/>
    </dgm:pt>
    <dgm:pt modelId="{0A68CE8B-A1E4-4347-B3C7-F9BFBF536ADB}" type="pres">
      <dgm:prSet presAssocID="{F53CEF1E-1DC9-47CA-8DF5-78C1B2B62EA2}" presName="desTx" presStyleLbl="alignAccFollowNode1" presStyleIdx="2" presStyleCnt="3">
        <dgm:presLayoutVars>
          <dgm:bulletEnabled val="1"/>
        </dgm:presLayoutVars>
      </dgm:prSet>
      <dgm:spPr/>
    </dgm:pt>
  </dgm:ptLst>
  <dgm:cxnLst>
    <dgm:cxn modelId="{0FCB7F05-E9A8-4CA2-B660-3115AEDE6A3D}" type="presOf" srcId="{8F077989-0940-4A85-92CE-CC98B2BD1D98}" destId="{410CD284-0CD6-4F43-BB94-C5A7A5F0C1F1}" srcOrd="0" destOrd="0" presId="urn:microsoft.com/office/officeart/2005/8/layout/hList1"/>
    <dgm:cxn modelId="{FE1A2507-9296-43CF-8193-D797CCED41DB}" type="presOf" srcId="{66149C40-F565-4327-B09C-8DF2C8D76E3E}" destId="{0A68CE8B-A1E4-4347-B3C7-F9BFBF536ADB}" srcOrd="0" destOrd="2" presId="urn:microsoft.com/office/officeart/2005/8/layout/hList1"/>
    <dgm:cxn modelId="{DDF45110-FCF1-423D-8CBF-3A01CF6CB31E}" srcId="{22D32D9F-139E-4996-9725-BAFD7B9EC6D5}" destId="{EC76CB4E-064A-4A47-8D70-F0DA36A2214A}" srcOrd="0" destOrd="0" parTransId="{ED4DF3E3-922F-4C0A-A835-43EA49757CF0}" sibTransId="{1E553FD7-113A-4CFA-9A8E-E53F54D5B321}"/>
    <dgm:cxn modelId="{6340F216-38A5-4711-A740-6D4EBAE51F23}" srcId="{D3D2840F-8D75-4FE3-872C-AB4ED158403A}" destId="{9DB543D9-5FE5-48CB-A123-4B7C4659E313}" srcOrd="5" destOrd="0" parTransId="{D8C53702-6B51-4C31-9004-83B59CC87940}" sibTransId="{764F4C61-F07F-4618-96D0-5CDD2CCCAC80}"/>
    <dgm:cxn modelId="{AFB8A923-9E7F-43CE-A615-9659DF1182C4}" type="presOf" srcId="{9EDC3EE2-04A9-464F-9125-EB1029C7CBF0}" destId="{0A68CE8B-A1E4-4347-B3C7-F9BFBF536ADB}" srcOrd="0" destOrd="6" presId="urn:microsoft.com/office/officeart/2005/8/layout/hList1"/>
    <dgm:cxn modelId="{F4DD0D27-08BB-4D7D-9B71-3A13FFDA32C7}" srcId="{8A902E47-167C-4132-9D31-BCC715D794B1}" destId="{22D32D9F-139E-4996-9725-BAFD7B9EC6D5}" srcOrd="0" destOrd="0" parTransId="{C1FCF3C2-06E6-45DB-8571-9F625D2F740A}" sibTransId="{A8DA7411-57F9-47E2-A2A1-2889DB4EFFD4}"/>
    <dgm:cxn modelId="{42C3F630-A0AD-49CB-B629-8BFDABA6EAAF}" srcId="{8A902E47-167C-4132-9D31-BCC715D794B1}" destId="{F53CEF1E-1DC9-47CA-8DF5-78C1B2B62EA2}" srcOrd="2" destOrd="0" parTransId="{95D04FAE-2BC5-472E-A0D6-DE63A9A3D056}" sibTransId="{445EDCFD-E944-4629-919A-DA90FF690BBC}"/>
    <dgm:cxn modelId="{EDD47235-B3B9-4DDB-8C25-BF1D3D8E0BC9}" type="presOf" srcId="{3D3EA373-DDFB-4F67-9251-F47141100D1E}" destId="{0A68CE8B-A1E4-4347-B3C7-F9BFBF536ADB}" srcOrd="0" destOrd="0" presId="urn:microsoft.com/office/officeart/2005/8/layout/hList1"/>
    <dgm:cxn modelId="{C314BB39-C499-41D0-9CE9-2FE14ED5D917}" type="presOf" srcId="{A7DB5213-59F8-43FB-8453-A0DA4403EC15}" destId="{0A68CE8B-A1E4-4347-B3C7-F9BFBF536ADB}" srcOrd="0" destOrd="3" presId="urn:microsoft.com/office/officeart/2005/8/layout/hList1"/>
    <dgm:cxn modelId="{115C095D-173D-4126-A407-E5EB4F0774D3}" type="presOf" srcId="{8D2A3725-990A-4A1D-8815-E2C9ADA38E9D}" destId="{410CD284-0CD6-4F43-BB94-C5A7A5F0C1F1}" srcOrd="0" destOrd="4" presId="urn:microsoft.com/office/officeart/2005/8/layout/hList1"/>
    <dgm:cxn modelId="{35D48E67-62E4-4BFD-B38E-F1F6E31A0A7E}" srcId="{F53CEF1E-1DC9-47CA-8DF5-78C1B2B62EA2}" destId="{6F6E493B-09E2-421E-A308-90D91B850932}" srcOrd="7" destOrd="0" parTransId="{0B93FEA3-085A-444F-9A5A-AE1EC7C40072}" sibTransId="{0D703DDC-8B5A-41F0-AFB4-EC7089500825}"/>
    <dgm:cxn modelId="{C00F2A68-B4CF-4585-8AA1-C18C462EDB73}" type="presOf" srcId="{F53CEF1E-1DC9-47CA-8DF5-78C1B2B62EA2}" destId="{1081B7A9-6B67-4D22-9DC1-5B773AFC5950}" srcOrd="0" destOrd="0" presId="urn:microsoft.com/office/officeart/2005/8/layout/hList1"/>
    <dgm:cxn modelId="{EF57236B-9556-43FE-B0E9-04E0175E1872}" srcId="{F53CEF1E-1DC9-47CA-8DF5-78C1B2B62EA2}" destId="{A7DB5213-59F8-43FB-8453-A0DA4403EC15}" srcOrd="3" destOrd="0" parTransId="{05CB6759-8B49-48EC-A6A0-34F913CF2697}" sibTransId="{422AB2F0-C17B-428E-A81E-031FFD945276}"/>
    <dgm:cxn modelId="{5C1E846B-C043-4483-AACE-0D345F1BE5BF}" srcId="{D3D2840F-8D75-4FE3-872C-AB4ED158403A}" destId="{67BF598B-4870-488A-B117-CA5FD8DB4158}" srcOrd="1" destOrd="0" parTransId="{20EAB5D1-6A93-4F71-BBBE-A1BA83F23207}" sibTransId="{3C56ABBC-F5AB-4E2D-B9FD-369DA14E8786}"/>
    <dgm:cxn modelId="{0CEB224F-AF81-4336-BC57-6F784C57F2F8}" type="presOf" srcId="{9DB543D9-5FE5-48CB-A123-4B7C4659E313}" destId="{410CD284-0CD6-4F43-BB94-C5A7A5F0C1F1}" srcOrd="0" destOrd="5" presId="urn:microsoft.com/office/officeart/2005/8/layout/hList1"/>
    <dgm:cxn modelId="{62C89652-0764-4C1E-9193-396F495054F1}" srcId="{22D32D9F-139E-4996-9725-BAFD7B9EC6D5}" destId="{53361C7A-944D-4019-B711-BF83A2960FAE}" srcOrd="2" destOrd="0" parTransId="{77986F1E-27B3-4EEE-AB35-7031055DDF07}" sibTransId="{31BCB978-7CEF-4686-89C9-1D52C4B7772A}"/>
    <dgm:cxn modelId="{5093E472-41F4-4E1E-B67E-7B73DB03CCBF}" type="presOf" srcId="{D3D2840F-8D75-4FE3-872C-AB4ED158403A}" destId="{32F68D4B-5B0D-4FF9-9DC2-D8BC483E8A47}" srcOrd="0" destOrd="0" presId="urn:microsoft.com/office/officeart/2005/8/layout/hList1"/>
    <dgm:cxn modelId="{6AE50E73-14CB-45A2-94EE-94F51C42BBEE}" type="presOf" srcId="{45651728-1C06-475B-B847-1C5CF2A2A75E}" destId="{410CD284-0CD6-4F43-BB94-C5A7A5F0C1F1}" srcOrd="0" destOrd="3" presId="urn:microsoft.com/office/officeart/2005/8/layout/hList1"/>
    <dgm:cxn modelId="{B936D853-AF98-4E52-AB56-24005472C2B1}" srcId="{D3D2840F-8D75-4FE3-872C-AB4ED158403A}" destId="{8F077989-0940-4A85-92CE-CC98B2BD1D98}" srcOrd="0" destOrd="0" parTransId="{ACFB8B60-FBEE-4DF1-BA8C-0C2F14FAA6BE}" sibTransId="{06A84466-C71D-479F-A0D0-825884A24F5C}"/>
    <dgm:cxn modelId="{71562E54-170E-421F-A94C-E10E707F9C1E}" srcId="{F53CEF1E-1DC9-47CA-8DF5-78C1B2B62EA2}" destId="{66149C40-F565-4327-B09C-8DF2C8D76E3E}" srcOrd="2" destOrd="0" parTransId="{6B1EBB02-7AFB-4968-A454-B5AE536CC526}" sibTransId="{A64BDFA4-407F-4230-BE0B-244E6DEC5866}"/>
    <dgm:cxn modelId="{7224E874-91C4-4A38-95BE-3E0960621D8D}" type="presOf" srcId="{65121695-8A31-4769-ADD0-35D1A2DA75FA}" destId="{410CD284-0CD6-4F43-BB94-C5A7A5F0C1F1}" srcOrd="0" destOrd="2" presId="urn:microsoft.com/office/officeart/2005/8/layout/hList1"/>
    <dgm:cxn modelId="{0AFE2279-A029-456B-90B9-CB98118A2EF7}" srcId="{F53CEF1E-1DC9-47CA-8DF5-78C1B2B62EA2}" destId="{BE2921A3-0129-4DD6-A115-5BB7F32AF0A6}" srcOrd="5" destOrd="0" parTransId="{744AEE0A-1490-4EBA-B4EE-EFC740510665}" sibTransId="{975B6B5E-47AB-44C7-B885-CBBEC59CC016}"/>
    <dgm:cxn modelId="{B7588679-B442-4426-A965-58ED90F364A7}" srcId="{D3D2840F-8D75-4FE3-872C-AB4ED158403A}" destId="{8D2A3725-990A-4A1D-8815-E2C9ADA38E9D}" srcOrd="4" destOrd="0" parTransId="{1BED9500-E18A-4C5F-A0AD-C902B814B431}" sibTransId="{7ED35F11-0A0F-431F-8588-8DFE988AE609}"/>
    <dgm:cxn modelId="{8D9D317C-E002-48E4-942D-24E89727F866}" type="presOf" srcId="{67BF598B-4870-488A-B117-CA5FD8DB4158}" destId="{410CD284-0CD6-4F43-BB94-C5A7A5F0C1F1}" srcOrd="0" destOrd="1" presId="urn:microsoft.com/office/officeart/2005/8/layout/hList1"/>
    <dgm:cxn modelId="{7A3C3E7D-3ABC-47EC-989C-53B98B23CB2A}" srcId="{D3D2840F-8D75-4FE3-872C-AB4ED158403A}" destId="{65121695-8A31-4769-ADD0-35D1A2DA75FA}" srcOrd="2" destOrd="0" parTransId="{0C8E230E-13BB-4A80-82EB-CC998E5C6D91}" sibTransId="{87A42ABA-0EBA-4EF6-ABBC-FC644CFF884C}"/>
    <dgm:cxn modelId="{00D05D84-7AF4-4E3D-B371-DA59B48608F0}" srcId="{F53CEF1E-1DC9-47CA-8DF5-78C1B2B62EA2}" destId="{3D3EA373-DDFB-4F67-9251-F47141100D1E}" srcOrd="0" destOrd="0" parTransId="{5512C185-1557-457D-9890-278F9D8FEB9A}" sibTransId="{66857599-89FF-4046-AA7B-92CD29D5ED54}"/>
    <dgm:cxn modelId="{8AF96189-6970-49AF-8AD6-FA0767D99359}" srcId="{8A902E47-167C-4132-9D31-BCC715D794B1}" destId="{D3D2840F-8D75-4FE3-872C-AB4ED158403A}" srcOrd="1" destOrd="0" parTransId="{C89AF20B-460B-4973-947D-B93C72E9BEA8}" sibTransId="{AC168EBC-C8E4-4C3D-8DBA-7DB3E6084CA2}"/>
    <dgm:cxn modelId="{589ABF8F-2B41-4989-BC31-45905EFACABA}" type="presOf" srcId="{151B7123-3F06-4481-B6EE-093FC3092583}" destId="{410CD284-0CD6-4F43-BB94-C5A7A5F0C1F1}" srcOrd="0" destOrd="7" presId="urn:microsoft.com/office/officeart/2005/8/layout/hList1"/>
    <dgm:cxn modelId="{0019DF95-36F2-4ACE-B700-D07E28CDF0A6}" srcId="{D3D2840F-8D75-4FE3-872C-AB4ED158403A}" destId="{151B7123-3F06-4481-B6EE-093FC3092583}" srcOrd="7" destOrd="0" parTransId="{DF375167-2B18-4CD5-B960-2D1BEBC7AC4D}" sibTransId="{F85F101A-BCAA-4620-9D47-208CAD8D2B1B}"/>
    <dgm:cxn modelId="{037F6199-146F-4B53-8D09-77176CAA07EB}" srcId="{F53CEF1E-1DC9-47CA-8DF5-78C1B2B62EA2}" destId="{1C039D7C-0047-4A35-ACC9-95F912D9125C}" srcOrd="1" destOrd="0" parTransId="{C70DF4CE-7A7C-4360-8291-236492A5A47E}" sibTransId="{EFDC71FE-8730-4F70-BA5A-056BAACB6DEF}"/>
    <dgm:cxn modelId="{D3596999-61D0-45C4-BF6F-36DBB25D8561}" srcId="{D3D2840F-8D75-4FE3-872C-AB4ED158403A}" destId="{45651728-1C06-475B-B847-1C5CF2A2A75E}" srcOrd="3" destOrd="0" parTransId="{DF54570C-4EC1-4845-B4FF-419FFED857C2}" sibTransId="{67139C9A-C0E2-47B1-BCF9-429D3A4ACB30}"/>
    <dgm:cxn modelId="{48BBE89E-E142-4187-9166-DD71B10291CB}" srcId="{22D32D9F-139E-4996-9725-BAFD7B9EC6D5}" destId="{AA071ECF-6FD5-4E5E-8694-1D9AEEFC6404}" srcOrd="1" destOrd="0" parTransId="{078FBBD5-424C-45F3-80E0-37E36C71F667}" sibTransId="{EBC820CF-0BD0-464D-8748-B2A6B56F7EAF}"/>
    <dgm:cxn modelId="{26AA8AA0-F8DB-4296-8A6D-A28A6C3C8CC6}" type="presOf" srcId="{AA071ECF-6FD5-4E5E-8694-1D9AEEFC6404}" destId="{4BE7BD70-D8C2-4898-8261-DC26119E052E}" srcOrd="0" destOrd="1" presId="urn:microsoft.com/office/officeart/2005/8/layout/hList1"/>
    <dgm:cxn modelId="{88FAAEA1-B2EB-4911-8898-68B6BF179054}" srcId="{F53CEF1E-1DC9-47CA-8DF5-78C1B2B62EA2}" destId="{9EDC3EE2-04A9-464F-9125-EB1029C7CBF0}" srcOrd="6" destOrd="0" parTransId="{62CCEAF9-9940-4DC3-A507-8B43D8201B03}" sibTransId="{59F59740-EAAC-4A70-92C0-C341F3209CDD}"/>
    <dgm:cxn modelId="{2AFCE8A7-B863-4533-A146-911A1DC9A820}" type="presOf" srcId="{BE2921A3-0129-4DD6-A115-5BB7F32AF0A6}" destId="{0A68CE8B-A1E4-4347-B3C7-F9BFBF536ADB}" srcOrd="0" destOrd="5" presId="urn:microsoft.com/office/officeart/2005/8/layout/hList1"/>
    <dgm:cxn modelId="{A45E86B0-DB14-41E2-BC5B-90E26C0BEB10}" type="presOf" srcId="{1C039D7C-0047-4A35-ACC9-95F912D9125C}" destId="{0A68CE8B-A1E4-4347-B3C7-F9BFBF536ADB}" srcOrd="0" destOrd="1" presId="urn:microsoft.com/office/officeart/2005/8/layout/hList1"/>
    <dgm:cxn modelId="{20E9B6B0-E581-40E1-AA9A-286682E5451B}" type="presOf" srcId="{6F6E493B-09E2-421E-A308-90D91B850932}" destId="{0A68CE8B-A1E4-4347-B3C7-F9BFBF536ADB}" srcOrd="0" destOrd="7" presId="urn:microsoft.com/office/officeart/2005/8/layout/hList1"/>
    <dgm:cxn modelId="{ED5B03BD-0CAF-4729-8B97-534CB0DB7B8C}" srcId="{D3D2840F-8D75-4FE3-872C-AB4ED158403A}" destId="{CCE4BF3E-8170-4CC9-8DA5-B4ECD3E4C741}" srcOrd="6" destOrd="0" parTransId="{CBD7662C-5738-46C0-B518-3F35781A3D2C}" sibTransId="{7368D1E5-3487-4A43-A29D-88D19AC48614}"/>
    <dgm:cxn modelId="{2B6532C2-7EAB-499B-9331-D78F6F24A53F}" type="presOf" srcId="{EC76CB4E-064A-4A47-8D70-F0DA36A2214A}" destId="{4BE7BD70-D8C2-4898-8261-DC26119E052E}" srcOrd="0" destOrd="0" presId="urn:microsoft.com/office/officeart/2005/8/layout/hList1"/>
    <dgm:cxn modelId="{4E703FCB-6394-4EEF-ACB4-8ACEB10E217B}" type="presOf" srcId="{CEE97D77-A2C6-45F6-8DF7-CE8F6C4CE7A3}" destId="{0A68CE8B-A1E4-4347-B3C7-F9BFBF536ADB}" srcOrd="0" destOrd="4" presId="urn:microsoft.com/office/officeart/2005/8/layout/hList1"/>
    <dgm:cxn modelId="{DE454DD8-9826-439B-8579-5F08D278866B}" type="presOf" srcId="{22D32D9F-139E-4996-9725-BAFD7B9EC6D5}" destId="{7C34EF10-0A2C-4382-8271-0CBAF87716A3}" srcOrd="0" destOrd="0" presId="urn:microsoft.com/office/officeart/2005/8/layout/hList1"/>
    <dgm:cxn modelId="{3001A9D9-DB12-43D0-801E-4EBC44869938}" type="presOf" srcId="{8A902E47-167C-4132-9D31-BCC715D794B1}" destId="{E4D5EAA8-8CB8-4710-BF5F-0BCE81EE2C46}" srcOrd="0" destOrd="0" presId="urn:microsoft.com/office/officeart/2005/8/layout/hList1"/>
    <dgm:cxn modelId="{C4A0D2E1-3252-4EE5-8034-3AC95534ECC6}" srcId="{F53CEF1E-1DC9-47CA-8DF5-78C1B2B62EA2}" destId="{CEE97D77-A2C6-45F6-8DF7-CE8F6C4CE7A3}" srcOrd="4" destOrd="0" parTransId="{9359FD44-9E8C-4E8D-9495-5A2CA9F5BE8E}" sibTransId="{684C5B4E-8C9B-4D36-AAC4-E5A6B1EBC2BD}"/>
    <dgm:cxn modelId="{8DCE7BE8-BE17-48BC-83BD-DD98C16BE42C}" type="presOf" srcId="{53361C7A-944D-4019-B711-BF83A2960FAE}" destId="{4BE7BD70-D8C2-4898-8261-DC26119E052E}" srcOrd="0" destOrd="2" presId="urn:microsoft.com/office/officeart/2005/8/layout/hList1"/>
    <dgm:cxn modelId="{C1418DF5-2E00-4F2A-A0EB-1EA1E6ADC0AB}" type="presOf" srcId="{CCE4BF3E-8170-4CC9-8DA5-B4ECD3E4C741}" destId="{410CD284-0CD6-4F43-BB94-C5A7A5F0C1F1}" srcOrd="0" destOrd="6" presId="urn:microsoft.com/office/officeart/2005/8/layout/hList1"/>
    <dgm:cxn modelId="{9489EE53-E35B-4355-9C47-6429AA7DE3B6}" type="presParOf" srcId="{E4D5EAA8-8CB8-4710-BF5F-0BCE81EE2C46}" destId="{D39F4B82-4C42-4B38-B3F8-FA752C4122E2}" srcOrd="0" destOrd="0" presId="urn:microsoft.com/office/officeart/2005/8/layout/hList1"/>
    <dgm:cxn modelId="{717E409F-CF73-4F87-A2A7-B909AB3D3725}" type="presParOf" srcId="{D39F4B82-4C42-4B38-B3F8-FA752C4122E2}" destId="{7C34EF10-0A2C-4382-8271-0CBAF87716A3}" srcOrd="0" destOrd="0" presId="urn:microsoft.com/office/officeart/2005/8/layout/hList1"/>
    <dgm:cxn modelId="{B487A798-5A5D-435F-B3FC-672926D65E12}" type="presParOf" srcId="{D39F4B82-4C42-4B38-B3F8-FA752C4122E2}" destId="{4BE7BD70-D8C2-4898-8261-DC26119E052E}" srcOrd="1" destOrd="0" presId="urn:microsoft.com/office/officeart/2005/8/layout/hList1"/>
    <dgm:cxn modelId="{C040DC15-1A70-48AA-A1B7-0B6E044105D7}" type="presParOf" srcId="{E4D5EAA8-8CB8-4710-BF5F-0BCE81EE2C46}" destId="{B3FBB1C8-8321-4A90-8407-D2AC7005B91F}" srcOrd="1" destOrd="0" presId="urn:microsoft.com/office/officeart/2005/8/layout/hList1"/>
    <dgm:cxn modelId="{BECD07A4-C27A-448B-876F-0024537C731E}" type="presParOf" srcId="{E4D5EAA8-8CB8-4710-BF5F-0BCE81EE2C46}" destId="{3A13A4CF-2A7A-4E90-86CE-87CDEE81778E}" srcOrd="2" destOrd="0" presId="urn:microsoft.com/office/officeart/2005/8/layout/hList1"/>
    <dgm:cxn modelId="{7188AFBE-DB78-47F2-9A7A-7FA1568303CA}" type="presParOf" srcId="{3A13A4CF-2A7A-4E90-86CE-87CDEE81778E}" destId="{32F68D4B-5B0D-4FF9-9DC2-D8BC483E8A47}" srcOrd="0" destOrd="0" presId="urn:microsoft.com/office/officeart/2005/8/layout/hList1"/>
    <dgm:cxn modelId="{2EADF22F-E057-49A0-B662-404AE5927E27}" type="presParOf" srcId="{3A13A4CF-2A7A-4E90-86CE-87CDEE81778E}" destId="{410CD284-0CD6-4F43-BB94-C5A7A5F0C1F1}" srcOrd="1" destOrd="0" presId="urn:microsoft.com/office/officeart/2005/8/layout/hList1"/>
    <dgm:cxn modelId="{1750050B-F7CA-4639-BFF1-48EEDA9F50CC}" type="presParOf" srcId="{E4D5EAA8-8CB8-4710-BF5F-0BCE81EE2C46}" destId="{823F1F42-8446-474C-A5C5-E4A07547EDF1}" srcOrd="3" destOrd="0" presId="urn:microsoft.com/office/officeart/2005/8/layout/hList1"/>
    <dgm:cxn modelId="{75B6E8A3-D027-470C-ACA8-6EE5EE0C6CF1}" type="presParOf" srcId="{E4D5EAA8-8CB8-4710-BF5F-0BCE81EE2C46}" destId="{518A59B9-AE54-4267-8965-E8584CDFA151}" srcOrd="4" destOrd="0" presId="urn:microsoft.com/office/officeart/2005/8/layout/hList1"/>
    <dgm:cxn modelId="{F105C306-A056-4CE7-A935-15EC03AD3AA3}" type="presParOf" srcId="{518A59B9-AE54-4267-8965-E8584CDFA151}" destId="{1081B7A9-6B67-4D22-9DC1-5B773AFC5950}" srcOrd="0" destOrd="0" presId="urn:microsoft.com/office/officeart/2005/8/layout/hList1"/>
    <dgm:cxn modelId="{2571B465-983D-4C73-83FF-9A3BCEB34B1B}" type="presParOf" srcId="{518A59B9-AE54-4267-8965-E8584CDFA151}" destId="{0A68CE8B-A1E4-4347-B3C7-F9BFBF536ADB}"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CE1FC64-1444-4E04-80F0-617415650236}" type="doc">
      <dgm:prSet loTypeId="urn:microsoft.com/office/officeart/2018/2/layout/IconVerticalSolidList" loCatId="icon" qsTypeId="urn:microsoft.com/office/officeart/2005/8/quickstyle/simple1" qsCatId="simple" csTypeId="urn:microsoft.com/office/officeart/2018/5/colors/Iconchunking_neutralbg_accent0_3" csCatId="mainScheme" phldr="1"/>
      <dgm:spPr/>
      <dgm:t>
        <a:bodyPr/>
        <a:lstStyle/>
        <a:p>
          <a:endParaRPr lang="en-US"/>
        </a:p>
      </dgm:t>
    </dgm:pt>
    <dgm:pt modelId="{E7832F86-F11E-40AE-AF62-A82A7906CF0E}">
      <dgm:prSet/>
      <dgm:spPr/>
      <dgm:t>
        <a:bodyPr/>
        <a:lstStyle/>
        <a:p>
          <a:pPr>
            <a:lnSpc>
              <a:spcPct val="100000"/>
            </a:lnSpc>
          </a:pPr>
          <a:r>
            <a:rPr lang="en-US" b="0">
              <a:latin typeface="Calibri"/>
              <a:ea typeface="Calibri"/>
              <a:cs typeface="Calibri"/>
            </a:rPr>
            <a:t>1. Core Processing Unit </a:t>
          </a:r>
        </a:p>
      </dgm:t>
    </dgm:pt>
    <dgm:pt modelId="{72DD0EFA-1378-4EDE-84F0-1DDE16DE50F9}" type="parTrans" cxnId="{B7BC7E13-26DA-42AC-981B-0A8B0DF14FEC}">
      <dgm:prSet/>
      <dgm:spPr/>
      <dgm:t>
        <a:bodyPr/>
        <a:lstStyle/>
        <a:p>
          <a:endParaRPr lang="en-US"/>
        </a:p>
      </dgm:t>
    </dgm:pt>
    <dgm:pt modelId="{3CC856A8-F3BE-4315-8D20-369EC005D885}" type="sibTrans" cxnId="{B7BC7E13-26DA-42AC-981B-0A8B0DF14FEC}">
      <dgm:prSet/>
      <dgm:spPr/>
      <dgm:t>
        <a:bodyPr/>
        <a:lstStyle/>
        <a:p>
          <a:endParaRPr lang="en-US"/>
        </a:p>
      </dgm:t>
    </dgm:pt>
    <dgm:pt modelId="{53E0BC2E-0D71-4195-B641-98279F5E1BF2}">
      <dgm:prSet/>
      <dgm:spPr/>
      <dgm:t>
        <a:bodyPr/>
        <a:lstStyle/>
        <a:p>
          <a:pPr>
            <a:lnSpc>
              <a:spcPct val="100000"/>
            </a:lnSpc>
          </a:pPr>
          <a:r>
            <a:rPr lang="en-US" b="0">
              <a:latin typeface="Calibri"/>
              <a:ea typeface="Calibri"/>
              <a:cs typeface="Calibri"/>
            </a:rPr>
            <a:t>2. Audio Interface System</a:t>
          </a:r>
        </a:p>
      </dgm:t>
    </dgm:pt>
    <dgm:pt modelId="{B5290DB7-F60C-4533-8E50-8C0EEB27BF12}" type="parTrans" cxnId="{B8F6F6B1-BE6D-4BB5-BC5B-66592B66F854}">
      <dgm:prSet/>
      <dgm:spPr/>
      <dgm:t>
        <a:bodyPr/>
        <a:lstStyle/>
        <a:p>
          <a:endParaRPr lang="en-US"/>
        </a:p>
      </dgm:t>
    </dgm:pt>
    <dgm:pt modelId="{641E4245-2EBD-43BF-81B7-3E47221B0A55}" type="sibTrans" cxnId="{B8F6F6B1-BE6D-4BB5-BC5B-66592B66F854}">
      <dgm:prSet/>
      <dgm:spPr/>
      <dgm:t>
        <a:bodyPr/>
        <a:lstStyle/>
        <a:p>
          <a:endParaRPr lang="en-US"/>
        </a:p>
      </dgm:t>
    </dgm:pt>
    <dgm:pt modelId="{E2CF9CBD-14CB-420C-B42A-A050A4A7C3C4}">
      <dgm:prSet/>
      <dgm:spPr/>
      <dgm:t>
        <a:bodyPr/>
        <a:lstStyle/>
        <a:p>
          <a:pPr>
            <a:lnSpc>
              <a:spcPct val="100000"/>
            </a:lnSpc>
          </a:pPr>
          <a:r>
            <a:rPr lang="en-US" b="0">
              <a:latin typeface="Calibri"/>
              <a:ea typeface="Calibri"/>
              <a:cs typeface="Calibri"/>
            </a:rPr>
            <a:t>Microphone – Captures voice commands</a:t>
          </a:r>
        </a:p>
      </dgm:t>
    </dgm:pt>
    <dgm:pt modelId="{C759E64E-1907-4B91-8F18-5DD276DE6600}" type="parTrans" cxnId="{D2413235-E664-4F54-970D-43FA2C545918}">
      <dgm:prSet/>
      <dgm:spPr/>
      <dgm:t>
        <a:bodyPr/>
        <a:lstStyle/>
        <a:p>
          <a:endParaRPr lang="en-US"/>
        </a:p>
      </dgm:t>
    </dgm:pt>
    <dgm:pt modelId="{72E0A622-63F7-400B-9656-A94EDEFAB7DD}" type="sibTrans" cxnId="{D2413235-E664-4F54-970D-43FA2C545918}">
      <dgm:prSet/>
      <dgm:spPr/>
      <dgm:t>
        <a:bodyPr/>
        <a:lstStyle/>
        <a:p>
          <a:endParaRPr lang="en-US"/>
        </a:p>
      </dgm:t>
    </dgm:pt>
    <dgm:pt modelId="{56337A9F-FCA0-4142-B4C1-535248AC6B3D}">
      <dgm:prSet/>
      <dgm:spPr/>
      <dgm:t>
        <a:bodyPr/>
        <a:lstStyle/>
        <a:p>
          <a:pPr>
            <a:lnSpc>
              <a:spcPct val="100000"/>
            </a:lnSpc>
          </a:pPr>
          <a:r>
            <a:rPr lang="en-US" b="0">
              <a:latin typeface="Calibri"/>
              <a:ea typeface="Calibri"/>
              <a:cs typeface="Calibri"/>
            </a:rPr>
            <a:t>Amplifier + Speaker – Voice output &amp; reminders</a:t>
          </a:r>
        </a:p>
      </dgm:t>
    </dgm:pt>
    <dgm:pt modelId="{72B7E5CE-BB84-4AB3-A6AB-108244123B0D}" type="parTrans" cxnId="{93F755B9-A4C3-468A-B402-D2D6C9E4CF94}">
      <dgm:prSet/>
      <dgm:spPr/>
      <dgm:t>
        <a:bodyPr/>
        <a:lstStyle/>
        <a:p>
          <a:endParaRPr lang="en-US"/>
        </a:p>
      </dgm:t>
    </dgm:pt>
    <dgm:pt modelId="{1069DFF3-E214-4FB8-A6F1-D5C51A960C4D}" type="sibTrans" cxnId="{93F755B9-A4C3-468A-B402-D2D6C9E4CF94}">
      <dgm:prSet/>
      <dgm:spPr/>
      <dgm:t>
        <a:bodyPr/>
        <a:lstStyle/>
        <a:p>
          <a:endParaRPr lang="en-US"/>
        </a:p>
      </dgm:t>
    </dgm:pt>
    <dgm:pt modelId="{E16A5178-8DA2-45CA-B750-4FBBB402D911}">
      <dgm:prSet/>
      <dgm:spPr/>
      <dgm:t>
        <a:bodyPr/>
        <a:lstStyle/>
        <a:p>
          <a:pPr>
            <a:lnSpc>
              <a:spcPct val="100000"/>
            </a:lnSpc>
          </a:pPr>
          <a:r>
            <a:rPr lang="en-US" b="0">
              <a:latin typeface="Calibri"/>
              <a:ea typeface="Calibri"/>
              <a:cs typeface="Calibri"/>
            </a:rPr>
            <a:t>5V Active Buzzer – Alert notifications</a:t>
          </a:r>
        </a:p>
      </dgm:t>
    </dgm:pt>
    <dgm:pt modelId="{7C6104A1-F84B-40D0-8418-30E1CF3606F2}" type="parTrans" cxnId="{94C31C1F-AD35-4B66-ACEA-0A148E3A4CA8}">
      <dgm:prSet/>
      <dgm:spPr/>
      <dgm:t>
        <a:bodyPr/>
        <a:lstStyle/>
        <a:p>
          <a:endParaRPr lang="en-US"/>
        </a:p>
      </dgm:t>
    </dgm:pt>
    <dgm:pt modelId="{4D405B49-55F3-456C-BBE1-F3E51CE359C1}" type="sibTrans" cxnId="{94C31C1F-AD35-4B66-ACEA-0A148E3A4CA8}">
      <dgm:prSet/>
      <dgm:spPr/>
      <dgm:t>
        <a:bodyPr/>
        <a:lstStyle/>
        <a:p>
          <a:endParaRPr lang="en-US"/>
        </a:p>
      </dgm:t>
    </dgm:pt>
    <dgm:pt modelId="{CC683696-94A3-4B27-83EB-179EA4705526}">
      <dgm:prSet/>
      <dgm:spPr/>
      <dgm:t>
        <a:bodyPr/>
        <a:lstStyle/>
        <a:p>
          <a:pPr>
            <a:lnSpc>
              <a:spcPct val="100000"/>
            </a:lnSpc>
          </a:pPr>
          <a:r>
            <a:rPr lang="en-US" b="0">
              <a:latin typeface="Calibri"/>
              <a:ea typeface="Calibri"/>
              <a:cs typeface="Calibri"/>
            </a:rPr>
            <a:t>3. User Interaction</a:t>
          </a:r>
        </a:p>
      </dgm:t>
    </dgm:pt>
    <dgm:pt modelId="{533AC5EB-314E-4C4D-8B69-7C4331204131}" type="parTrans" cxnId="{8914EB20-92B4-4077-8BC4-3CA27BDB17A4}">
      <dgm:prSet/>
      <dgm:spPr/>
      <dgm:t>
        <a:bodyPr/>
        <a:lstStyle/>
        <a:p>
          <a:endParaRPr lang="en-US"/>
        </a:p>
      </dgm:t>
    </dgm:pt>
    <dgm:pt modelId="{80A896FA-86E2-4845-9720-F39A3F72D484}" type="sibTrans" cxnId="{8914EB20-92B4-4077-8BC4-3CA27BDB17A4}">
      <dgm:prSet/>
      <dgm:spPr/>
      <dgm:t>
        <a:bodyPr/>
        <a:lstStyle/>
        <a:p>
          <a:endParaRPr lang="en-US"/>
        </a:p>
      </dgm:t>
    </dgm:pt>
    <dgm:pt modelId="{6E150614-6389-4271-8E21-14D421C6C0EA}">
      <dgm:prSet/>
      <dgm:spPr/>
      <dgm:t>
        <a:bodyPr/>
        <a:lstStyle/>
        <a:p>
          <a:pPr>
            <a:lnSpc>
              <a:spcPct val="100000"/>
            </a:lnSpc>
          </a:pPr>
          <a:r>
            <a:rPr lang="en-US" b="0">
              <a:latin typeface="Calibri"/>
              <a:ea typeface="Calibri"/>
              <a:cs typeface="Calibri"/>
            </a:rPr>
            <a:t>Large Push Button – Wake input &amp; emergency trigger</a:t>
          </a:r>
        </a:p>
      </dgm:t>
    </dgm:pt>
    <dgm:pt modelId="{FED0F964-8AB3-48C8-9903-B4CA05982B17}" type="parTrans" cxnId="{EA590D95-D1A0-4892-9B95-4D96E93CA38A}">
      <dgm:prSet/>
      <dgm:spPr/>
      <dgm:t>
        <a:bodyPr/>
        <a:lstStyle/>
        <a:p>
          <a:endParaRPr lang="en-US"/>
        </a:p>
      </dgm:t>
    </dgm:pt>
    <dgm:pt modelId="{9D891312-AD01-498A-A86B-65269E0D6E4B}" type="sibTrans" cxnId="{EA590D95-D1A0-4892-9B95-4D96E93CA38A}">
      <dgm:prSet/>
      <dgm:spPr/>
      <dgm:t>
        <a:bodyPr/>
        <a:lstStyle/>
        <a:p>
          <a:endParaRPr lang="en-US"/>
        </a:p>
      </dgm:t>
    </dgm:pt>
    <dgm:pt modelId="{A1C312B0-C6DC-4176-9466-C01B128DE3AB}">
      <dgm:prSet/>
      <dgm:spPr/>
      <dgm:t>
        <a:bodyPr/>
        <a:lstStyle/>
        <a:p>
          <a:pPr>
            <a:lnSpc>
              <a:spcPct val="100000"/>
            </a:lnSpc>
          </a:pPr>
          <a:r>
            <a:rPr lang="en-US" b="0">
              <a:latin typeface="Calibri"/>
              <a:ea typeface="Calibri"/>
              <a:cs typeface="Calibri"/>
            </a:rPr>
            <a:t>OLED Display – Time, battery &amp; system status display</a:t>
          </a:r>
        </a:p>
      </dgm:t>
    </dgm:pt>
    <dgm:pt modelId="{AA0CB455-E637-47E3-8A82-BBEB496B2F8D}" type="parTrans" cxnId="{B1448C8A-CE56-4DB0-AFA0-FF84FA358023}">
      <dgm:prSet/>
      <dgm:spPr/>
      <dgm:t>
        <a:bodyPr/>
        <a:lstStyle/>
        <a:p>
          <a:endParaRPr lang="en-US"/>
        </a:p>
      </dgm:t>
    </dgm:pt>
    <dgm:pt modelId="{6EF703E3-B230-4187-94B0-E3DA9EC9625E}" type="sibTrans" cxnId="{B1448C8A-CE56-4DB0-AFA0-FF84FA358023}">
      <dgm:prSet/>
      <dgm:spPr/>
      <dgm:t>
        <a:bodyPr/>
        <a:lstStyle/>
        <a:p>
          <a:endParaRPr lang="en-US"/>
        </a:p>
      </dgm:t>
    </dgm:pt>
    <dgm:pt modelId="{86D9D455-A856-405A-9C5E-E1ACC35721AB}">
      <dgm:prSet/>
      <dgm:spPr/>
      <dgm:t>
        <a:bodyPr/>
        <a:lstStyle/>
        <a:p>
          <a:pPr>
            <a:lnSpc>
              <a:spcPct val="100000"/>
            </a:lnSpc>
          </a:pPr>
          <a:r>
            <a:rPr lang="en-US" b="0">
              <a:latin typeface="Calibri"/>
              <a:ea typeface="Calibri"/>
              <a:cs typeface="Calibri"/>
            </a:rPr>
            <a:t>4. Safety &amp; Communication</a:t>
          </a:r>
        </a:p>
      </dgm:t>
    </dgm:pt>
    <dgm:pt modelId="{97A92266-44F3-495F-8CD1-790E931044A7}" type="parTrans" cxnId="{E4BAA574-171E-4C52-8585-31BB387472EF}">
      <dgm:prSet/>
      <dgm:spPr/>
      <dgm:t>
        <a:bodyPr/>
        <a:lstStyle/>
        <a:p>
          <a:endParaRPr lang="en-US"/>
        </a:p>
      </dgm:t>
    </dgm:pt>
    <dgm:pt modelId="{203FDADD-47C7-4ADA-A2FB-98077545A4DB}" type="sibTrans" cxnId="{E4BAA574-171E-4C52-8585-31BB387472EF}">
      <dgm:prSet/>
      <dgm:spPr/>
      <dgm:t>
        <a:bodyPr/>
        <a:lstStyle/>
        <a:p>
          <a:endParaRPr lang="en-US"/>
        </a:p>
      </dgm:t>
    </dgm:pt>
    <dgm:pt modelId="{08FBF937-4743-4AE1-9888-2254016AB615}">
      <dgm:prSet/>
      <dgm:spPr/>
      <dgm:t>
        <a:bodyPr/>
        <a:lstStyle/>
        <a:p>
          <a:pPr>
            <a:lnSpc>
              <a:spcPct val="100000"/>
            </a:lnSpc>
          </a:pPr>
          <a:r>
            <a:rPr lang="en-US" b="0">
              <a:latin typeface="Calibri"/>
              <a:ea typeface="Calibri"/>
              <a:cs typeface="Calibri"/>
            </a:rPr>
            <a:t>GSM Module (SIM900L) – Emergency calls &amp; SMS alerts</a:t>
          </a:r>
        </a:p>
      </dgm:t>
    </dgm:pt>
    <dgm:pt modelId="{3639948C-F1F1-4255-8099-07B0A531028A}" type="parTrans" cxnId="{079CB750-ABB5-43CE-B707-EAADF5E9FEB5}">
      <dgm:prSet/>
      <dgm:spPr/>
      <dgm:t>
        <a:bodyPr/>
        <a:lstStyle/>
        <a:p>
          <a:endParaRPr lang="en-US"/>
        </a:p>
      </dgm:t>
    </dgm:pt>
    <dgm:pt modelId="{D5BE2A51-88B0-40AA-A3D0-F88FFB542977}" type="sibTrans" cxnId="{079CB750-ABB5-43CE-B707-EAADF5E9FEB5}">
      <dgm:prSet/>
      <dgm:spPr/>
      <dgm:t>
        <a:bodyPr/>
        <a:lstStyle/>
        <a:p>
          <a:endParaRPr lang="en-US"/>
        </a:p>
      </dgm:t>
    </dgm:pt>
    <dgm:pt modelId="{C30BE9AE-BCC9-48B0-98B7-A3F3C3BA2F48}">
      <dgm:prSet/>
      <dgm:spPr/>
      <dgm:t>
        <a:bodyPr/>
        <a:lstStyle/>
        <a:p>
          <a:pPr>
            <a:lnSpc>
              <a:spcPct val="100000"/>
            </a:lnSpc>
          </a:pPr>
          <a:r>
            <a:rPr lang="en-US" b="0">
              <a:latin typeface="Calibri"/>
              <a:ea typeface="Calibri"/>
              <a:cs typeface="Calibri"/>
            </a:rPr>
            <a:t>5. Reminder &amp; Storage System</a:t>
          </a:r>
        </a:p>
      </dgm:t>
    </dgm:pt>
    <dgm:pt modelId="{0A4B2AA9-457E-4442-9137-010C568487B5}" type="parTrans" cxnId="{33A38917-1DE2-4D62-952F-D9DAA95869BC}">
      <dgm:prSet/>
      <dgm:spPr/>
      <dgm:t>
        <a:bodyPr/>
        <a:lstStyle/>
        <a:p>
          <a:endParaRPr lang="en-US"/>
        </a:p>
      </dgm:t>
    </dgm:pt>
    <dgm:pt modelId="{FF17C044-64BF-432C-A713-807DBF1B624C}" type="sibTrans" cxnId="{33A38917-1DE2-4D62-952F-D9DAA95869BC}">
      <dgm:prSet/>
      <dgm:spPr/>
      <dgm:t>
        <a:bodyPr/>
        <a:lstStyle/>
        <a:p>
          <a:endParaRPr lang="en-US"/>
        </a:p>
      </dgm:t>
    </dgm:pt>
    <dgm:pt modelId="{6E96AA43-781E-4BB2-A6E0-057CED2FFA90}">
      <dgm:prSet/>
      <dgm:spPr/>
      <dgm:t>
        <a:bodyPr/>
        <a:lstStyle/>
        <a:p>
          <a:pPr>
            <a:lnSpc>
              <a:spcPct val="100000"/>
            </a:lnSpc>
          </a:pPr>
          <a:r>
            <a:rPr lang="en-US" b="0">
              <a:latin typeface="Calibri"/>
              <a:ea typeface="Calibri"/>
              <a:cs typeface="Calibri"/>
            </a:rPr>
            <a:t>RTC Module  – Accurate timekeeping</a:t>
          </a:r>
        </a:p>
      </dgm:t>
    </dgm:pt>
    <dgm:pt modelId="{A92DDFEB-F8EA-4DCB-AE8E-6376A1A4876B}" type="parTrans" cxnId="{67D800E8-5645-45D9-BB2E-0142801DC240}">
      <dgm:prSet/>
      <dgm:spPr/>
      <dgm:t>
        <a:bodyPr/>
        <a:lstStyle/>
        <a:p>
          <a:endParaRPr lang="en-US"/>
        </a:p>
      </dgm:t>
    </dgm:pt>
    <dgm:pt modelId="{A438F580-F98B-4E0B-95F0-2B5292DD70B1}" type="sibTrans" cxnId="{67D800E8-5645-45D9-BB2E-0142801DC240}">
      <dgm:prSet/>
      <dgm:spPr/>
      <dgm:t>
        <a:bodyPr/>
        <a:lstStyle/>
        <a:p>
          <a:endParaRPr lang="en-US"/>
        </a:p>
      </dgm:t>
    </dgm:pt>
    <dgm:pt modelId="{D7BD1193-F30A-4C5F-9241-066CD93672CD}">
      <dgm:prSet/>
      <dgm:spPr/>
      <dgm:t>
        <a:bodyPr/>
        <a:lstStyle/>
        <a:p>
          <a:pPr>
            <a:lnSpc>
              <a:spcPct val="100000"/>
            </a:lnSpc>
          </a:pPr>
          <a:r>
            <a:rPr lang="en-US" b="0">
              <a:latin typeface="Calibri"/>
              <a:ea typeface="Calibri"/>
              <a:cs typeface="Calibri"/>
            </a:rPr>
            <a:t>SD Card Module – Stores audio files &amp; logs</a:t>
          </a:r>
        </a:p>
      </dgm:t>
    </dgm:pt>
    <dgm:pt modelId="{C943A3AF-6A0E-4414-887A-19772A3FAD83}" type="parTrans" cxnId="{1B57CCA5-160B-44EE-9E31-7C5C065E58A4}">
      <dgm:prSet/>
      <dgm:spPr/>
      <dgm:t>
        <a:bodyPr/>
        <a:lstStyle/>
        <a:p>
          <a:endParaRPr lang="en-US"/>
        </a:p>
      </dgm:t>
    </dgm:pt>
    <dgm:pt modelId="{508E7938-E277-4757-8463-922787AE988D}" type="sibTrans" cxnId="{1B57CCA5-160B-44EE-9E31-7C5C065E58A4}">
      <dgm:prSet/>
      <dgm:spPr/>
      <dgm:t>
        <a:bodyPr/>
        <a:lstStyle/>
        <a:p>
          <a:endParaRPr lang="en-US"/>
        </a:p>
      </dgm:t>
    </dgm:pt>
    <dgm:pt modelId="{F8CA625A-CABB-4E38-9834-6B30E7A391B0}">
      <dgm:prSet/>
      <dgm:spPr/>
      <dgm:t>
        <a:bodyPr/>
        <a:lstStyle/>
        <a:p>
          <a:pPr>
            <a:lnSpc>
              <a:spcPct val="100000"/>
            </a:lnSpc>
          </a:pPr>
          <a:r>
            <a:rPr lang="en-US" b="0">
              <a:latin typeface="Calibri"/>
              <a:ea typeface="Calibri"/>
              <a:cs typeface="Calibri"/>
            </a:rPr>
            <a:t>Servo Motor – Controls medicine box compartments</a:t>
          </a:r>
        </a:p>
      </dgm:t>
    </dgm:pt>
    <dgm:pt modelId="{F3A3C19E-C6E8-40D5-9C1A-12F6EF2F5007}" type="parTrans" cxnId="{EB2DC01B-8430-4F91-963D-0364F7BEB491}">
      <dgm:prSet/>
      <dgm:spPr/>
      <dgm:t>
        <a:bodyPr/>
        <a:lstStyle/>
        <a:p>
          <a:endParaRPr lang="en-US"/>
        </a:p>
      </dgm:t>
    </dgm:pt>
    <dgm:pt modelId="{3439B950-09CB-4C1D-96FF-CEF6E23C0DDA}" type="sibTrans" cxnId="{EB2DC01B-8430-4F91-963D-0364F7BEB491}">
      <dgm:prSet/>
      <dgm:spPr/>
      <dgm:t>
        <a:bodyPr/>
        <a:lstStyle/>
        <a:p>
          <a:endParaRPr lang="en-US"/>
        </a:p>
      </dgm:t>
    </dgm:pt>
    <dgm:pt modelId="{77383491-7A27-4613-8D2F-2CB071612572}">
      <dgm:prSet/>
      <dgm:spPr/>
      <dgm:t>
        <a:bodyPr/>
        <a:lstStyle/>
        <a:p>
          <a:pPr>
            <a:lnSpc>
              <a:spcPct val="100000"/>
            </a:lnSpc>
          </a:pPr>
          <a:r>
            <a:rPr lang="en-US" b="0">
              <a:latin typeface="Calibri"/>
              <a:ea typeface="Calibri"/>
              <a:cs typeface="Calibri"/>
            </a:rPr>
            <a:t>7. Power Management</a:t>
          </a:r>
        </a:p>
      </dgm:t>
    </dgm:pt>
    <dgm:pt modelId="{A3A0C9CC-1AC7-4DEE-943A-3E6F50F772FA}" type="parTrans" cxnId="{CDE016C2-6510-4BB3-AC74-27F74D62DD7F}">
      <dgm:prSet/>
      <dgm:spPr/>
      <dgm:t>
        <a:bodyPr/>
        <a:lstStyle/>
        <a:p>
          <a:endParaRPr lang="en-US"/>
        </a:p>
      </dgm:t>
    </dgm:pt>
    <dgm:pt modelId="{0D4155BB-4D2E-424A-8175-7B4DDE4BB51D}" type="sibTrans" cxnId="{CDE016C2-6510-4BB3-AC74-27F74D62DD7F}">
      <dgm:prSet/>
      <dgm:spPr/>
      <dgm:t>
        <a:bodyPr/>
        <a:lstStyle/>
        <a:p>
          <a:endParaRPr lang="en-US"/>
        </a:p>
      </dgm:t>
    </dgm:pt>
    <dgm:pt modelId="{B83E7887-ADB1-4AC2-9AA4-DB27B4A04A72}">
      <dgm:prSet/>
      <dgm:spPr/>
      <dgm:t>
        <a:bodyPr/>
        <a:lstStyle/>
        <a:p>
          <a:pPr>
            <a:lnSpc>
              <a:spcPct val="100000"/>
            </a:lnSpc>
          </a:pPr>
          <a:r>
            <a:rPr lang="en-US" b="0">
              <a:latin typeface="Calibri"/>
              <a:ea typeface="Calibri"/>
              <a:cs typeface="Calibri"/>
            </a:rPr>
            <a:t>Li-ion Batteries – Portable power supply</a:t>
          </a:r>
        </a:p>
      </dgm:t>
    </dgm:pt>
    <dgm:pt modelId="{27BFE2D0-6DDF-4B1E-A2B3-483687CF7A2A}" type="parTrans" cxnId="{6C0D3E8C-8196-4049-9D4F-AB88A00098B4}">
      <dgm:prSet/>
      <dgm:spPr/>
      <dgm:t>
        <a:bodyPr/>
        <a:lstStyle/>
        <a:p>
          <a:endParaRPr lang="en-US"/>
        </a:p>
      </dgm:t>
    </dgm:pt>
    <dgm:pt modelId="{4A28AD1F-C533-42C2-B83E-ACA3AB768275}" type="sibTrans" cxnId="{6C0D3E8C-8196-4049-9D4F-AB88A00098B4}">
      <dgm:prSet/>
      <dgm:spPr/>
      <dgm:t>
        <a:bodyPr/>
        <a:lstStyle/>
        <a:p>
          <a:endParaRPr lang="en-US"/>
        </a:p>
      </dgm:t>
    </dgm:pt>
    <dgm:pt modelId="{8B4784D8-FEC1-4C31-A21E-6950899BFC5E}">
      <dgm:prSet/>
      <dgm:spPr/>
      <dgm:t>
        <a:bodyPr/>
        <a:lstStyle/>
        <a:p>
          <a:pPr>
            <a:lnSpc>
              <a:spcPct val="100000"/>
            </a:lnSpc>
          </a:pPr>
          <a:r>
            <a:rPr lang="en-US" b="0">
              <a:latin typeface="Calibri"/>
              <a:ea typeface="Calibri"/>
              <a:cs typeface="Calibri"/>
            </a:rPr>
            <a:t>Charging Module – Charging &amp; protection</a:t>
          </a:r>
        </a:p>
      </dgm:t>
    </dgm:pt>
    <dgm:pt modelId="{FF6AB7BB-669C-45A9-B835-7C9FA9C98FBC}" type="parTrans" cxnId="{18E17A0A-C77B-4C7D-950D-EC1A8D16A94C}">
      <dgm:prSet/>
      <dgm:spPr/>
      <dgm:t>
        <a:bodyPr/>
        <a:lstStyle/>
        <a:p>
          <a:endParaRPr lang="en-US"/>
        </a:p>
      </dgm:t>
    </dgm:pt>
    <dgm:pt modelId="{38EBD8D5-F9A0-4EBD-8D66-2CBF35AC6787}" type="sibTrans" cxnId="{18E17A0A-C77B-4C7D-950D-EC1A8D16A94C}">
      <dgm:prSet/>
      <dgm:spPr/>
      <dgm:t>
        <a:bodyPr/>
        <a:lstStyle/>
        <a:p>
          <a:endParaRPr lang="en-US"/>
        </a:p>
      </dgm:t>
    </dgm:pt>
    <dgm:pt modelId="{1F07478A-8CC1-46F2-9857-FCAD7D93AD6C}">
      <dgm:prSet/>
      <dgm:spPr/>
      <dgm:t>
        <a:bodyPr/>
        <a:lstStyle/>
        <a:p>
          <a:pPr>
            <a:lnSpc>
              <a:spcPct val="100000"/>
            </a:lnSpc>
          </a:pPr>
          <a:r>
            <a:rPr lang="en-US" b="0">
              <a:latin typeface="Calibri"/>
              <a:ea typeface="Calibri"/>
              <a:cs typeface="Calibri"/>
            </a:rPr>
            <a:t>Switch – Power control</a:t>
          </a:r>
        </a:p>
      </dgm:t>
    </dgm:pt>
    <dgm:pt modelId="{C8CD8819-676B-4403-B432-9C3E0CE3CC82}" type="parTrans" cxnId="{805F1983-DC36-4910-8121-0626769E38B7}">
      <dgm:prSet/>
      <dgm:spPr/>
      <dgm:t>
        <a:bodyPr/>
        <a:lstStyle/>
        <a:p>
          <a:endParaRPr lang="en-US"/>
        </a:p>
      </dgm:t>
    </dgm:pt>
    <dgm:pt modelId="{5F032177-7BC1-40F6-A7F6-0B56E15922B6}" type="sibTrans" cxnId="{805F1983-DC36-4910-8121-0626769E38B7}">
      <dgm:prSet/>
      <dgm:spPr/>
      <dgm:t>
        <a:bodyPr/>
        <a:lstStyle/>
        <a:p>
          <a:endParaRPr lang="en-US"/>
        </a:p>
      </dgm:t>
    </dgm:pt>
    <dgm:pt modelId="{97E4B7E1-8DD6-43AF-87BA-A823A7A456BC}">
      <dgm:prSet/>
      <dgm:spPr/>
      <dgm:t>
        <a:bodyPr/>
        <a:lstStyle/>
        <a:p>
          <a:pPr>
            <a:lnSpc>
              <a:spcPct val="100000"/>
            </a:lnSpc>
          </a:pPr>
          <a:r>
            <a:rPr lang="en-US" b="0">
              <a:latin typeface="Calibri"/>
              <a:ea typeface="Calibri"/>
              <a:cs typeface="Calibri"/>
            </a:rPr>
            <a:t>8. Supporting Components</a:t>
          </a:r>
        </a:p>
      </dgm:t>
    </dgm:pt>
    <dgm:pt modelId="{BC76731D-C54F-439D-95EE-0695EA1199BF}" type="parTrans" cxnId="{3F8D6FE7-2DEB-4E49-B855-2ECC0F49A84A}">
      <dgm:prSet/>
      <dgm:spPr/>
      <dgm:t>
        <a:bodyPr/>
        <a:lstStyle/>
        <a:p>
          <a:endParaRPr lang="en-US"/>
        </a:p>
      </dgm:t>
    </dgm:pt>
    <dgm:pt modelId="{D83F4CBF-C80F-44A8-B6D5-DBC241B18D97}" type="sibTrans" cxnId="{3F8D6FE7-2DEB-4E49-B855-2ECC0F49A84A}">
      <dgm:prSet/>
      <dgm:spPr/>
      <dgm:t>
        <a:bodyPr/>
        <a:lstStyle/>
        <a:p>
          <a:endParaRPr lang="en-US"/>
        </a:p>
      </dgm:t>
    </dgm:pt>
    <dgm:pt modelId="{C3B337FA-6D26-40D1-9BA0-0CFB53035ABC}">
      <dgm:prSet/>
      <dgm:spPr/>
      <dgm:t>
        <a:bodyPr/>
        <a:lstStyle/>
        <a:p>
          <a:pPr>
            <a:lnSpc>
              <a:spcPct val="100000"/>
            </a:lnSpc>
          </a:pPr>
          <a:r>
            <a:rPr lang="en-US" b="0">
              <a:latin typeface="Calibri"/>
              <a:ea typeface="Calibri"/>
              <a:cs typeface="Calibri"/>
            </a:rPr>
            <a:t>Jumper wires, resistors, breadboard, USB cable – Circuit assembly</a:t>
          </a:r>
        </a:p>
      </dgm:t>
    </dgm:pt>
    <dgm:pt modelId="{F7970157-1950-48F6-BE35-46C9C52ACD50}" type="parTrans" cxnId="{2473696C-5A3A-4A58-805B-F1E6A90CA16B}">
      <dgm:prSet/>
      <dgm:spPr/>
      <dgm:t>
        <a:bodyPr/>
        <a:lstStyle/>
        <a:p>
          <a:endParaRPr lang="en-US"/>
        </a:p>
      </dgm:t>
    </dgm:pt>
    <dgm:pt modelId="{5BF1EBB2-2D3F-4EEC-BC8F-37E1304D0C57}" type="sibTrans" cxnId="{2473696C-5A3A-4A58-805B-F1E6A90CA16B}">
      <dgm:prSet/>
      <dgm:spPr/>
      <dgm:t>
        <a:bodyPr/>
        <a:lstStyle/>
        <a:p>
          <a:endParaRPr lang="en-US"/>
        </a:p>
      </dgm:t>
    </dgm:pt>
    <dgm:pt modelId="{395BC28D-B3B0-4819-8389-4B6E49837449}">
      <dgm:prSet phldr="0"/>
      <dgm:spPr/>
      <dgm:t>
        <a:bodyPr/>
        <a:lstStyle/>
        <a:p>
          <a:pPr>
            <a:lnSpc>
              <a:spcPct val="100000"/>
            </a:lnSpc>
          </a:pPr>
          <a:r>
            <a:rPr lang="en-US" b="0">
              <a:latin typeface="Calibri"/>
              <a:ea typeface="Calibri"/>
              <a:cs typeface="Calibri"/>
            </a:rPr>
            <a:t>ESP32 DEVKIT V1 – Main control and processing unit</a:t>
          </a:r>
          <a:endParaRPr lang="en-GB" b="0">
            <a:latin typeface="Calibri"/>
            <a:ea typeface="Calibri"/>
            <a:cs typeface="Calibri"/>
          </a:endParaRPr>
        </a:p>
      </dgm:t>
    </dgm:pt>
    <dgm:pt modelId="{E72DA5C1-3966-40D5-84CD-8EA389D9F425}" type="parTrans" cxnId="{4A25C98C-5D05-4CEF-B3A5-ADEE326201B7}">
      <dgm:prSet/>
      <dgm:spPr/>
      <dgm:t>
        <a:bodyPr/>
        <a:lstStyle/>
        <a:p>
          <a:endParaRPr lang="en-GB"/>
        </a:p>
      </dgm:t>
    </dgm:pt>
    <dgm:pt modelId="{6C2986D2-6C43-49FC-8613-5E883811D8D1}" type="sibTrans" cxnId="{4A25C98C-5D05-4CEF-B3A5-ADEE326201B7}">
      <dgm:prSet/>
      <dgm:spPr/>
      <dgm:t>
        <a:bodyPr/>
        <a:lstStyle/>
        <a:p>
          <a:endParaRPr lang="en-US"/>
        </a:p>
      </dgm:t>
    </dgm:pt>
    <dgm:pt modelId="{1CCD4FE6-BA2B-432E-B9E3-DC4FD1F758BC}" type="pres">
      <dgm:prSet presAssocID="{7CE1FC64-1444-4E04-80F0-617415650236}" presName="root" presStyleCnt="0">
        <dgm:presLayoutVars>
          <dgm:dir/>
          <dgm:resizeHandles val="exact"/>
        </dgm:presLayoutVars>
      </dgm:prSet>
      <dgm:spPr/>
    </dgm:pt>
    <dgm:pt modelId="{B145E5B4-F759-40AB-8C8D-DB1F1F702C20}" type="pres">
      <dgm:prSet presAssocID="{E7832F86-F11E-40AE-AF62-A82A7906CF0E}" presName="compNode" presStyleCnt="0"/>
      <dgm:spPr/>
    </dgm:pt>
    <dgm:pt modelId="{F2E9EC9B-7552-43C4-ACEB-209D39C211BB}" type="pres">
      <dgm:prSet presAssocID="{E7832F86-F11E-40AE-AF62-A82A7906CF0E}" presName="bgRect" presStyleLbl="bgShp" presStyleIdx="0" presStyleCnt="7"/>
      <dgm:spPr/>
    </dgm:pt>
    <dgm:pt modelId="{E58CABFE-845F-4CBB-AA5C-443FC8BEC188}" type="pres">
      <dgm:prSet presAssocID="{E7832F86-F11E-40AE-AF62-A82A7906CF0E}" presName="iconRect" presStyleLbl="node1" presStyleIdx="0"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Hierarchy"/>
        </a:ext>
      </dgm:extLst>
    </dgm:pt>
    <dgm:pt modelId="{B1888CCD-3072-4279-8D4A-A58896BA85A4}" type="pres">
      <dgm:prSet presAssocID="{E7832F86-F11E-40AE-AF62-A82A7906CF0E}" presName="spaceRect" presStyleCnt="0"/>
      <dgm:spPr/>
    </dgm:pt>
    <dgm:pt modelId="{CE3CFC9D-2F1D-42C1-BB0F-FD6037BE5EBB}" type="pres">
      <dgm:prSet presAssocID="{E7832F86-F11E-40AE-AF62-A82A7906CF0E}" presName="parTx" presStyleLbl="revTx" presStyleIdx="0" presStyleCnt="14">
        <dgm:presLayoutVars>
          <dgm:chMax val="0"/>
          <dgm:chPref val="0"/>
        </dgm:presLayoutVars>
      </dgm:prSet>
      <dgm:spPr/>
    </dgm:pt>
    <dgm:pt modelId="{632192F7-45BA-482A-9755-E80ADCED21C4}" type="pres">
      <dgm:prSet presAssocID="{E7832F86-F11E-40AE-AF62-A82A7906CF0E}" presName="desTx" presStyleLbl="revTx" presStyleIdx="1" presStyleCnt="14">
        <dgm:presLayoutVars/>
      </dgm:prSet>
      <dgm:spPr/>
    </dgm:pt>
    <dgm:pt modelId="{7FB9BD20-BDB2-4AF4-A0DD-04E54A62BD35}" type="pres">
      <dgm:prSet presAssocID="{3CC856A8-F3BE-4315-8D20-369EC005D885}" presName="sibTrans" presStyleCnt="0"/>
      <dgm:spPr/>
    </dgm:pt>
    <dgm:pt modelId="{CC3725DC-0819-4C17-80D2-EDBE6A848583}" type="pres">
      <dgm:prSet presAssocID="{53E0BC2E-0D71-4195-B641-98279F5E1BF2}" presName="compNode" presStyleCnt="0"/>
      <dgm:spPr/>
    </dgm:pt>
    <dgm:pt modelId="{0932B657-B1E7-4BD3-B95B-259AED5188C2}" type="pres">
      <dgm:prSet presAssocID="{53E0BC2E-0D71-4195-B641-98279F5E1BF2}" presName="bgRect" presStyleLbl="bgShp" presStyleIdx="1" presStyleCnt="7"/>
      <dgm:spPr/>
    </dgm:pt>
    <dgm:pt modelId="{8DB14947-C759-4C37-90C9-B11793C2C4F3}" type="pres">
      <dgm:prSet presAssocID="{53E0BC2E-0D71-4195-B641-98279F5E1BF2}" presName="iconRect" presStyleLbl="node1" presStyleIdx="1"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odcast"/>
        </a:ext>
      </dgm:extLst>
    </dgm:pt>
    <dgm:pt modelId="{6DB14B73-A54F-42B3-8283-73D7398579DB}" type="pres">
      <dgm:prSet presAssocID="{53E0BC2E-0D71-4195-B641-98279F5E1BF2}" presName="spaceRect" presStyleCnt="0"/>
      <dgm:spPr/>
    </dgm:pt>
    <dgm:pt modelId="{79EFD164-08F5-44F3-861B-CCA7A4FA2FDE}" type="pres">
      <dgm:prSet presAssocID="{53E0BC2E-0D71-4195-B641-98279F5E1BF2}" presName="parTx" presStyleLbl="revTx" presStyleIdx="2" presStyleCnt="14">
        <dgm:presLayoutVars>
          <dgm:chMax val="0"/>
          <dgm:chPref val="0"/>
        </dgm:presLayoutVars>
      </dgm:prSet>
      <dgm:spPr/>
    </dgm:pt>
    <dgm:pt modelId="{1DF702DF-00A5-49A5-BDAE-32BC6188656D}" type="pres">
      <dgm:prSet presAssocID="{53E0BC2E-0D71-4195-B641-98279F5E1BF2}" presName="desTx" presStyleLbl="revTx" presStyleIdx="3" presStyleCnt="14">
        <dgm:presLayoutVars/>
      </dgm:prSet>
      <dgm:spPr/>
    </dgm:pt>
    <dgm:pt modelId="{E27892B0-2C7D-445C-A926-21B55E34238B}" type="pres">
      <dgm:prSet presAssocID="{641E4245-2EBD-43BF-81B7-3E47221B0A55}" presName="sibTrans" presStyleCnt="0"/>
      <dgm:spPr/>
    </dgm:pt>
    <dgm:pt modelId="{032115EE-CCC3-496E-8E85-4A5A41CEF873}" type="pres">
      <dgm:prSet presAssocID="{CC683696-94A3-4B27-83EB-179EA4705526}" presName="compNode" presStyleCnt="0"/>
      <dgm:spPr/>
    </dgm:pt>
    <dgm:pt modelId="{FF06C143-7E43-4D4D-A315-313D4592C47B}" type="pres">
      <dgm:prSet presAssocID="{CC683696-94A3-4B27-83EB-179EA4705526}" presName="bgRect" presStyleLbl="bgShp" presStyleIdx="2" presStyleCnt="7"/>
      <dgm:spPr/>
    </dgm:pt>
    <dgm:pt modelId="{5DB02DE7-741B-4C9B-A54D-DC52EE6D5ADC}" type="pres">
      <dgm:prSet presAssocID="{CC683696-94A3-4B27-83EB-179EA4705526}" presName="iconRect" presStyleLbl="node1" presStyleIdx="2"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Security Camera Sign"/>
        </a:ext>
      </dgm:extLst>
    </dgm:pt>
    <dgm:pt modelId="{DEF1DE45-23A5-48EF-B832-F376F9A9894B}" type="pres">
      <dgm:prSet presAssocID="{CC683696-94A3-4B27-83EB-179EA4705526}" presName="spaceRect" presStyleCnt="0"/>
      <dgm:spPr/>
    </dgm:pt>
    <dgm:pt modelId="{AA3B0F24-AD32-4B0F-B960-D1147B6012E1}" type="pres">
      <dgm:prSet presAssocID="{CC683696-94A3-4B27-83EB-179EA4705526}" presName="parTx" presStyleLbl="revTx" presStyleIdx="4" presStyleCnt="14">
        <dgm:presLayoutVars>
          <dgm:chMax val="0"/>
          <dgm:chPref val="0"/>
        </dgm:presLayoutVars>
      </dgm:prSet>
      <dgm:spPr/>
    </dgm:pt>
    <dgm:pt modelId="{9480DD62-EBFB-4C35-B968-BE06F9D34088}" type="pres">
      <dgm:prSet presAssocID="{CC683696-94A3-4B27-83EB-179EA4705526}" presName="desTx" presStyleLbl="revTx" presStyleIdx="5" presStyleCnt="14">
        <dgm:presLayoutVars/>
      </dgm:prSet>
      <dgm:spPr/>
    </dgm:pt>
    <dgm:pt modelId="{1B4A2DE8-DC8F-4621-BA9C-8A07E242D288}" type="pres">
      <dgm:prSet presAssocID="{80A896FA-86E2-4845-9720-F39A3F72D484}" presName="sibTrans" presStyleCnt="0"/>
      <dgm:spPr/>
    </dgm:pt>
    <dgm:pt modelId="{2EE651B9-96D7-4335-862F-B06C84B5F84D}" type="pres">
      <dgm:prSet presAssocID="{86D9D455-A856-405A-9C5E-E1ACC35721AB}" presName="compNode" presStyleCnt="0"/>
      <dgm:spPr/>
    </dgm:pt>
    <dgm:pt modelId="{E4183428-2390-4237-8895-BCBC07915A8C}" type="pres">
      <dgm:prSet presAssocID="{86D9D455-A856-405A-9C5E-E1ACC35721AB}" presName="bgRect" presStyleLbl="bgShp" presStyleIdx="3" presStyleCnt="7"/>
      <dgm:spPr/>
    </dgm:pt>
    <dgm:pt modelId="{5FDBF3DA-FCB2-49F2-B017-7B801077C8EB}" type="pres">
      <dgm:prSet presAssocID="{86D9D455-A856-405A-9C5E-E1ACC35721AB}" presName="iconRect" presStyleLbl="node1" presStyleIdx="3"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peaker Phone"/>
        </a:ext>
      </dgm:extLst>
    </dgm:pt>
    <dgm:pt modelId="{4D8193CD-3A96-4355-A7B9-B0F0702EA971}" type="pres">
      <dgm:prSet presAssocID="{86D9D455-A856-405A-9C5E-E1ACC35721AB}" presName="spaceRect" presStyleCnt="0"/>
      <dgm:spPr/>
    </dgm:pt>
    <dgm:pt modelId="{EF6C900C-8E5A-4CE8-A1CF-FBDA5615EB45}" type="pres">
      <dgm:prSet presAssocID="{86D9D455-A856-405A-9C5E-E1ACC35721AB}" presName="parTx" presStyleLbl="revTx" presStyleIdx="6" presStyleCnt="14">
        <dgm:presLayoutVars>
          <dgm:chMax val="0"/>
          <dgm:chPref val="0"/>
        </dgm:presLayoutVars>
      </dgm:prSet>
      <dgm:spPr/>
    </dgm:pt>
    <dgm:pt modelId="{CB878EA6-F5D8-4C9B-8950-8214712D219F}" type="pres">
      <dgm:prSet presAssocID="{86D9D455-A856-405A-9C5E-E1ACC35721AB}" presName="desTx" presStyleLbl="revTx" presStyleIdx="7" presStyleCnt="14">
        <dgm:presLayoutVars/>
      </dgm:prSet>
      <dgm:spPr/>
    </dgm:pt>
    <dgm:pt modelId="{37D01C12-D082-4E7A-AE51-89109AF28982}" type="pres">
      <dgm:prSet presAssocID="{203FDADD-47C7-4ADA-A2FB-98077545A4DB}" presName="sibTrans" presStyleCnt="0"/>
      <dgm:spPr/>
    </dgm:pt>
    <dgm:pt modelId="{64B12669-8247-48F0-A20F-7E1545B5F3E7}" type="pres">
      <dgm:prSet presAssocID="{C30BE9AE-BCC9-48B0-98B7-A3F3C3BA2F48}" presName="compNode" presStyleCnt="0"/>
      <dgm:spPr/>
    </dgm:pt>
    <dgm:pt modelId="{D822F223-08DD-45AE-A215-4EEA2E289F5E}" type="pres">
      <dgm:prSet presAssocID="{C30BE9AE-BCC9-48B0-98B7-A3F3C3BA2F48}" presName="bgRect" presStyleLbl="bgShp" presStyleIdx="4" presStyleCnt="7"/>
      <dgm:spPr/>
    </dgm:pt>
    <dgm:pt modelId="{5E4CCA31-2914-472F-8D9A-DD866A9A8145}" type="pres">
      <dgm:prSet presAssocID="{C30BE9AE-BCC9-48B0-98B7-A3F3C3BA2F48}" presName="iconRect" presStyleLbl="node1" presStyleIdx="4"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Disk"/>
        </a:ext>
      </dgm:extLst>
    </dgm:pt>
    <dgm:pt modelId="{A61DC9E8-CFAF-4DBC-996F-E12F86F05781}" type="pres">
      <dgm:prSet presAssocID="{C30BE9AE-BCC9-48B0-98B7-A3F3C3BA2F48}" presName="spaceRect" presStyleCnt="0"/>
      <dgm:spPr/>
    </dgm:pt>
    <dgm:pt modelId="{EA341C12-00FD-42CE-9310-279FB071A8B2}" type="pres">
      <dgm:prSet presAssocID="{C30BE9AE-BCC9-48B0-98B7-A3F3C3BA2F48}" presName="parTx" presStyleLbl="revTx" presStyleIdx="8" presStyleCnt="14">
        <dgm:presLayoutVars>
          <dgm:chMax val="0"/>
          <dgm:chPref val="0"/>
        </dgm:presLayoutVars>
      </dgm:prSet>
      <dgm:spPr/>
    </dgm:pt>
    <dgm:pt modelId="{1F85FA31-4651-48D4-BBD5-A5A7030B9A0E}" type="pres">
      <dgm:prSet presAssocID="{C30BE9AE-BCC9-48B0-98B7-A3F3C3BA2F48}" presName="desTx" presStyleLbl="revTx" presStyleIdx="9" presStyleCnt="14">
        <dgm:presLayoutVars/>
      </dgm:prSet>
      <dgm:spPr/>
    </dgm:pt>
    <dgm:pt modelId="{238226B0-B65D-4F5F-8C43-60C00D02AEF1}" type="pres">
      <dgm:prSet presAssocID="{FF17C044-64BF-432C-A713-807DBF1B624C}" presName="sibTrans" presStyleCnt="0"/>
      <dgm:spPr/>
    </dgm:pt>
    <dgm:pt modelId="{387B0CDD-2FBA-45E7-A4AC-863445296C09}" type="pres">
      <dgm:prSet presAssocID="{77383491-7A27-4613-8D2F-2CB071612572}" presName="compNode" presStyleCnt="0"/>
      <dgm:spPr/>
    </dgm:pt>
    <dgm:pt modelId="{A8E5DF27-9329-41A0-BE1C-7C0547748162}" type="pres">
      <dgm:prSet presAssocID="{77383491-7A27-4613-8D2F-2CB071612572}" presName="bgRect" presStyleLbl="bgShp" presStyleIdx="5" presStyleCnt="7"/>
      <dgm:spPr/>
    </dgm:pt>
    <dgm:pt modelId="{9385FCF8-8596-4CBF-9138-505B11BA08B5}" type="pres">
      <dgm:prSet presAssocID="{77383491-7A27-4613-8D2F-2CB071612572}" presName="iconRect" presStyleLbl="node1" presStyleIdx="5"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attery Charging"/>
        </a:ext>
      </dgm:extLst>
    </dgm:pt>
    <dgm:pt modelId="{FBAA20A2-A5A4-4A35-ABE3-E4CC15D6F385}" type="pres">
      <dgm:prSet presAssocID="{77383491-7A27-4613-8D2F-2CB071612572}" presName="spaceRect" presStyleCnt="0"/>
      <dgm:spPr/>
    </dgm:pt>
    <dgm:pt modelId="{6D517C24-93A7-4B88-A670-46D0B476A40A}" type="pres">
      <dgm:prSet presAssocID="{77383491-7A27-4613-8D2F-2CB071612572}" presName="parTx" presStyleLbl="revTx" presStyleIdx="10" presStyleCnt="14">
        <dgm:presLayoutVars>
          <dgm:chMax val="0"/>
          <dgm:chPref val="0"/>
        </dgm:presLayoutVars>
      </dgm:prSet>
      <dgm:spPr/>
    </dgm:pt>
    <dgm:pt modelId="{1EE544C4-6B07-4923-B393-34F5682053B7}" type="pres">
      <dgm:prSet presAssocID="{77383491-7A27-4613-8D2F-2CB071612572}" presName="desTx" presStyleLbl="revTx" presStyleIdx="11" presStyleCnt="14">
        <dgm:presLayoutVars/>
      </dgm:prSet>
      <dgm:spPr/>
    </dgm:pt>
    <dgm:pt modelId="{3D5ADDB0-D763-4A7D-B418-0AB459174D01}" type="pres">
      <dgm:prSet presAssocID="{0D4155BB-4D2E-424A-8175-7B4DDE4BB51D}" presName="sibTrans" presStyleCnt="0"/>
      <dgm:spPr/>
    </dgm:pt>
    <dgm:pt modelId="{7BAE70E7-B27C-4697-B2AB-1CA8AC994B5E}" type="pres">
      <dgm:prSet presAssocID="{97E4B7E1-8DD6-43AF-87BA-A823A7A456BC}" presName="compNode" presStyleCnt="0"/>
      <dgm:spPr/>
    </dgm:pt>
    <dgm:pt modelId="{12088BF7-E4A5-40A3-B6D8-7A5E0A530C7C}" type="pres">
      <dgm:prSet presAssocID="{97E4B7E1-8DD6-43AF-87BA-A823A7A456BC}" presName="bgRect" presStyleLbl="bgShp" presStyleIdx="6" presStyleCnt="7"/>
      <dgm:spPr/>
    </dgm:pt>
    <dgm:pt modelId="{91ABDC59-B0F8-45A6-AD69-643AF64EC830}" type="pres">
      <dgm:prSet presAssocID="{97E4B7E1-8DD6-43AF-87BA-A823A7A456BC}" presName="iconRect" presStyleLbl="node1" presStyleIdx="6"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a:noFill/>
        </a:ln>
      </dgm:spPr>
      <dgm:extLst>
        <a:ext uri="{E40237B7-FDA0-4F09-8148-C483321AD2D9}">
          <dgm14:cNvPr xmlns:dgm14="http://schemas.microsoft.com/office/drawing/2010/diagram" id="0" name="" descr="USB"/>
        </a:ext>
      </dgm:extLst>
    </dgm:pt>
    <dgm:pt modelId="{E64301C2-11C3-446B-A534-A5CD389B3F2A}" type="pres">
      <dgm:prSet presAssocID="{97E4B7E1-8DD6-43AF-87BA-A823A7A456BC}" presName="spaceRect" presStyleCnt="0"/>
      <dgm:spPr/>
    </dgm:pt>
    <dgm:pt modelId="{FF349626-E208-4B7F-927D-805D8630E895}" type="pres">
      <dgm:prSet presAssocID="{97E4B7E1-8DD6-43AF-87BA-A823A7A456BC}" presName="parTx" presStyleLbl="revTx" presStyleIdx="12" presStyleCnt="14">
        <dgm:presLayoutVars>
          <dgm:chMax val="0"/>
          <dgm:chPref val="0"/>
        </dgm:presLayoutVars>
      </dgm:prSet>
      <dgm:spPr/>
    </dgm:pt>
    <dgm:pt modelId="{0E1B17E8-1D5D-4E86-96A1-6FF9A9D9E542}" type="pres">
      <dgm:prSet presAssocID="{97E4B7E1-8DD6-43AF-87BA-A823A7A456BC}" presName="desTx" presStyleLbl="revTx" presStyleIdx="13" presStyleCnt="14">
        <dgm:presLayoutVars/>
      </dgm:prSet>
      <dgm:spPr/>
    </dgm:pt>
  </dgm:ptLst>
  <dgm:cxnLst>
    <dgm:cxn modelId="{18E17A0A-C77B-4C7D-950D-EC1A8D16A94C}" srcId="{77383491-7A27-4613-8D2F-2CB071612572}" destId="{8B4784D8-FEC1-4C31-A21E-6950899BFC5E}" srcOrd="1" destOrd="0" parTransId="{FF6AB7BB-669C-45A9-B835-7C9FA9C98FBC}" sibTransId="{38EBD8D5-F9A0-4EBD-8D66-2CBF35AC6787}"/>
    <dgm:cxn modelId="{15FC2F13-7031-4BE7-AA60-1C96189EA81E}" type="presOf" srcId="{56337A9F-FCA0-4142-B4C1-535248AC6B3D}" destId="{1DF702DF-00A5-49A5-BDAE-32BC6188656D}" srcOrd="0" destOrd="1" presId="urn:microsoft.com/office/officeart/2018/2/layout/IconVerticalSolidList"/>
    <dgm:cxn modelId="{B7BC7E13-26DA-42AC-981B-0A8B0DF14FEC}" srcId="{7CE1FC64-1444-4E04-80F0-617415650236}" destId="{E7832F86-F11E-40AE-AF62-A82A7906CF0E}" srcOrd="0" destOrd="0" parTransId="{72DD0EFA-1378-4EDE-84F0-1DDE16DE50F9}" sibTransId="{3CC856A8-F3BE-4315-8D20-369EC005D885}"/>
    <dgm:cxn modelId="{031DDD14-6AAB-4917-8C6D-E63820301F29}" type="presOf" srcId="{1F07478A-8CC1-46F2-9857-FCAD7D93AD6C}" destId="{1EE544C4-6B07-4923-B393-34F5682053B7}" srcOrd="0" destOrd="2" presId="urn:microsoft.com/office/officeart/2018/2/layout/IconVerticalSolidList"/>
    <dgm:cxn modelId="{33A38917-1DE2-4D62-952F-D9DAA95869BC}" srcId="{7CE1FC64-1444-4E04-80F0-617415650236}" destId="{C30BE9AE-BCC9-48B0-98B7-A3F3C3BA2F48}" srcOrd="4" destOrd="0" parTransId="{0A4B2AA9-457E-4442-9137-010C568487B5}" sibTransId="{FF17C044-64BF-432C-A713-807DBF1B624C}"/>
    <dgm:cxn modelId="{EB2DC01B-8430-4F91-963D-0364F7BEB491}" srcId="{C30BE9AE-BCC9-48B0-98B7-A3F3C3BA2F48}" destId="{F8CA625A-CABB-4E38-9834-6B30E7A391B0}" srcOrd="2" destOrd="0" parTransId="{F3A3C19E-C6E8-40D5-9C1A-12F6EF2F5007}" sibTransId="{3439B950-09CB-4C1D-96FF-CEF6E23C0DDA}"/>
    <dgm:cxn modelId="{94C31C1F-AD35-4B66-ACEA-0A148E3A4CA8}" srcId="{53E0BC2E-0D71-4195-B641-98279F5E1BF2}" destId="{E16A5178-8DA2-45CA-B750-4FBBB402D911}" srcOrd="2" destOrd="0" parTransId="{7C6104A1-F84B-40D0-8418-30E1CF3606F2}" sibTransId="{4D405B49-55F3-456C-BBE1-F3E51CE359C1}"/>
    <dgm:cxn modelId="{8914EB20-92B4-4077-8BC4-3CA27BDB17A4}" srcId="{7CE1FC64-1444-4E04-80F0-617415650236}" destId="{CC683696-94A3-4B27-83EB-179EA4705526}" srcOrd="2" destOrd="0" parTransId="{533AC5EB-314E-4C4D-8B69-7C4331204131}" sibTransId="{80A896FA-86E2-4845-9720-F39A3F72D484}"/>
    <dgm:cxn modelId="{6491192E-38A2-4E21-8D5F-5D2E7E4B6DDC}" type="presOf" srcId="{53E0BC2E-0D71-4195-B641-98279F5E1BF2}" destId="{79EFD164-08F5-44F3-861B-CCA7A4FA2FDE}" srcOrd="0" destOrd="0" presId="urn:microsoft.com/office/officeart/2018/2/layout/IconVerticalSolidList"/>
    <dgm:cxn modelId="{0987802E-520F-49F4-AE03-A46619981805}" type="presOf" srcId="{6E96AA43-781E-4BB2-A6E0-057CED2FFA90}" destId="{1F85FA31-4651-48D4-BBD5-A5A7030B9A0E}" srcOrd="0" destOrd="0" presId="urn:microsoft.com/office/officeart/2018/2/layout/IconVerticalSolidList"/>
    <dgm:cxn modelId="{D2413235-E664-4F54-970D-43FA2C545918}" srcId="{53E0BC2E-0D71-4195-B641-98279F5E1BF2}" destId="{E2CF9CBD-14CB-420C-B42A-A050A4A7C3C4}" srcOrd="0" destOrd="0" parTransId="{C759E64E-1907-4B91-8F18-5DD276DE6600}" sibTransId="{72E0A622-63F7-400B-9656-A94EDEFAB7DD}"/>
    <dgm:cxn modelId="{1A7C6036-C336-466D-BD4B-80E42551122D}" type="presOf" srcId="{C30BE9AE-BCC9-48B0-98B7-A3F3C3BA2F48}" destId="{EA341C12-00FD-42CE-9310-279FB071A8B2}" srcOrd="0" destOrd="0" presId="urn:microsoft.com/office/officeart/2018/2/layout/IconVerticalSolidList"/>
    <dgm:cxn modelId="{B960FF45-3259-48CA-ACF5-266630D5FA20}" type="presOf" srcId="{86D9D455-A856-405A-9C5E-E1ACC35721AB}" destId="{EF6C900C-8E5A-4CE8-A1CF-FBDA5615EB45}" srcOrd="0" destOrd="0" presId="urn:microsoft.com/office/officeart/2018/2/layout/IconVerticalSolidList"/>
    <dgm:cxn modelId="{EC5F0347-383C-4276-8FE5-6968A299D1FC}" type="presOf" srcId="{97E4B7E1-8DD6-43AF-87BA-A823A7A456BC}" destId="{FF349626-E208-4B7F-927D-805D8630E895}" srcOrd="0" destOrd="0" presId="urn:microsoft.com/office/officeart/2018/2/layout/IconVerticalSolidList"/>
    <dgm:cxn modelId="{86C5C14A-FF53-4FCD-9BE9-99C4D02B85C8}" type="presOf" srcId="{B83E7887-ADB1-4AC2-9AA4-DB27B4A04A72}" destId="{1EE544C4-6B07-4923-B393-34F5682053B7}" srcOrd="0" destOrd="0" presId="urn:microsoft.com/office/officeart/2018/2/layout/IconVerticalSolidList"/>
    <dgm:cxn modelId="{2473696C-5A3A-4A58-805B-F1E6A90CA16B}" srcId="{97E4B7E1-8DD6-43AF-87BA-A823A7A456BC}" destId="{C3B337FA-6D26-40D1-9BA0-0CFB53035ABC}" srcOrd="0" destOrd="0" parTransId="{F7970157-1950-48F6-BE35-46C9C52ACD50}" sibTransId="{5BF1EBB2-2D3F-4EEC-BC8F-37E1304D0C57}"/>
    <dgm:cxn modelId="{079CB750-ABB5-43CE-B707-EAADF5E9FEB5}" srcId="{86D9D455-A856-405A-9C5E-E1ACC35721AB}" destId="{08FBF937-4743-4AE1-9888-2254016AB615}" srcOrd="0" destOrd="0" parTransId="{3639948C-F1F1-4255-8099-07B0A531028A}" sibTransId="{D5BE2A51-88B0-40AA-A3D0-F88FFB542977}"/>
    <dgm:cxn modelId="{5767CB51-30E2-4317-BE45-8C6FD77DD29E}" type="presOf" srcId="{395BC28D-B3B0-4819-8389-4B6E49837449}" destId="{632192F7-45BA-482A-9755-E80ADCED21C4}" srcOrd="0" destOrd="0" presId="urn:microsoft.com/office/officeart/2018/2/layout/IconVerticalSolidList"/>
    <dgm:cxn modelId="{E4BAA574-171E-4C52-8585-31BB387472EF}" srcId="{7CE1FC64-1444-4E04-80F0-617415650236}" destId="{86D9D455-A856-405A-9C5E-E1ACC35721AB}" srcOrd="3" destOrd="0" parTransId="{97A92266-44F3-495F-8CD1-790E931044A7}" sibTransId="{203FDADD-47C7-4ADA-A2FB-98077545A4DB}"/>
    <dgm:cxn modelId="{AC7FF057-1526-467B-8EE6-658E40719B48}" type="presOf" srcId="{7CE1FC64-1444-4E04-80F0-617415650236}" destId="{1CCD4FE6-BA2B-432E-B9E3-DC4FD1F758BC}" srcOrd="0" destOrd="0" presId="urn:microsoft.com/office/officeart/2018/2/layout/IconVerticalSolidList"/>
    <dgm:cxn modelId="{5DF54082-396B-475B-98DA-1450BCE0E5E9}" type="presOf" srcId="{6E150614-6389-4271-8E21-14D421C6C0EA}" destId="{9480DD62-EBFB-4C35-B968-BE06F9D34088}" srcOrd="0" destOrd="0" presId="urn:microsoft.com/office/officeart/2018/2/layout/IconVerticalSolidList"/>
    <dgm:cxn modelId="{805F1983-DC36-4910-8121-0626769E38B7}" srcId="{77383491-7A27-4613-8D2F-2CB071612572}" destId="{1F07478A-8CC1-46F2-9857-FCAD7D93AD6C}" srcOrd="2" destOrd="0" parTransId="{C8CD8819-676B-4403-B432-9C3E0CE3CC82}" sibTransId="{5F032177-7BC1-40F6-A7F6-0B56E15922B6}"/>
    <dgm:cxn modelId="{E8AA7C8A-9220-4A1B-B64F-F233A348DDC4}" type="presOf" srcId="{8B4784D8-FEC1-4C31-A21E-6950899BFC5E}" destId="{1EE544C4-6B07-4923-B393-34F5682053B7}" srcOrd="0" destOrd="1" presId="urn:microsoft.com/office/officeart/2018/2/layout/IconVerticalSolidList"/>
    <dgm:cxn modelId="{B1448C8A-CE56-4DB0-AFA0-FF84FA358023}" srcId="{CC683696-94A3-4B27-83EB-179EA4705526}" destId="{A1C312B0-C6DC-4176-9466-C01B128DE3AB}" srcOrd="1" destOrd="0" parTransId="{AA0CB455-E637-47E3-8A82-BBEB496B2F8D}" sibTransId="{6EF703E3-B230-4187-94B0-E3DA9EC9625E}"/>
    <dgm:cxn modelId="{6C0D3E8C-8196-4049-9D4F-AB88A00098B4}" srcId="{77383491-7A27-4613-8D2F-2CB071612572}" destId="{B83E7887-ADB1-4AC2-9AA4-DB27B4A04A72}" srcOrd="0" destOrd="0" parTransId="{27BFE2D0-6DDF-4B1E-A2B3-483687CF7A2A}" sibTransId="{4A28AD1F-C533-42C2-B83E-ACA3AB768275}"/>
    <dgm:cxn modelId="{4A25C98C-5D05-4CEF-B3A5-ADEE326201B7}" srcId="{E7832F86-F11E-40AE-AF62-A82A7906CF0E}" destId="{395BC28D-B3B0-4819-8389-4B6E49837449}" srcOrd="0" destOrd="0" parTransId="{E72DA5C1-3966-40D5-84CD-8EA389D9F425}" sibTransId="{6C2986D2-6C43-49FC-8613-5E883811D8D1}"/>
    <dgm:cxn modelId="{EA590D95-D1A0-4892-9B95-4D96E93CA38A}" srcId="{CC683696-94A3-4B27-83EB-179EA4705526}" destId="{6E150614-6389-4271-8E21-14D421C6C0EA}" srcOrd="0" destOrd="0" parTransId="{FED0F964-8AB3-48C8-9903-B4CA05982B17}" sibTransId="{9D891312-AD01-498A-A86B-65269E0D6E4B}"/>
    <dgm:cxn modelId="{1B57CCA5-160B-44EE-9E31-7C5C065E58A4}" srcId="{C30BE9AE-BCC9-48B0-98B7-A3F3C3BA2F48}" destId="{D7BD1193-F30A-4C5F-9241-066CD93672CD}" srcOrd="1" destOrd="0" parTransId="{C943A3AF-6A0E-4414-887A-19772A3FAD83}" sibTransId="{508E7938-E277-4757-8463-922787AE988D}"/>
    <dgm:cxn modelId="{B8F6F6B1-BE6D-4BB5-BC5B-66592B66F854}" srcId="{7CE1FC64-1444-4E04-80F0-617415650236}" destId="{53E0BC2E-0D71-4195-B641-98279F5E1BF2}" srcOrd="1" destOrd="0" parTransId="{B5290DB7-F60C-4533-8E50-8C0EEB27BF12}" sibTransId="{641E4245-2EBD-43BF-81B7-3E47221B0A55}"/>
    <dgm:cxn modelId="{455B04B8-F7FF-4CA5-B96C-1CEC81607028}" type="presOf" srcId="{E16A5178-8DA2-45CA-B750-4FBBB402D911}" destId="{1DF702DF-00A5-49A5-BDAE-32BC6188656D}" srcOrd="0" destOrd="2" presId="urn:microsoft.com/office/officeart/2018/2/layout/IconVerticalSolidList"/>
    <dgm:cxn modelId="{93F755B9-A4C3-468A-B402-D2D6C9E4CF94}" srcId="{53E0BC2E-0D71-4195-B641-98279F5E1BF2}" destId="{56337A9F-FCA0-4142-B4C1-535248AC6B3D}" srcOrd="1" destOrd="0" parTransId="{72B7E5CE-BB84-4AB3-A6AB-108244123B0D}" sibTransId="{1069DFF3-E214-4FB8-A6F1-D5C51A960C4D}"/>
    <dgm:cxn modelId="{CDE016C2-6510-4BB3-AC74-27F74D62DD7F}" srcId="{7CE1FC64-1444-4E04-80F0-617415650236}" destId="{77383491-7A27-4613-8D2F-2CB071612572}" srcOrd="5" destOrd="0" parTransId="{A3A0C9CC-1AC7-4DEE-943A-3E6F50F772FA}" sibTransId="{0D4155BB-4D2E-424A-8175-7B4DDE4BB51D}"/>
    <dgm:cxn modelId="{1B7CEACF-7EAC-404C-9580-2CB98FC7D103}" type="presOf" srcId="{CC683696-94A3-4B27-83EB-179EA4705526}" destId="{AA3B0F24-AD32-4B0F-B960-D1147B6012E1}" srcOrd="0" destOrd="0" presId="urn:microsoft.com/office/officeart/2018/2/layout/IconVerticalSolidList"/>
    <dgm:cxn modelId="{E87AF2D8-9C05-44DB-BF87-6EA7DC4742FA}" type="presOf" srcId="{C3B337FA-6D26-40D1-9BA0-0CFB53035ABC}" destId="{0E1B17E8-1D5D-4E86-96A1-6FF9A9D9E542}" srcOrd="0" destOrd="0" presId="urn:microsoft.com/office/officeart/2018/2/layout/IconVerticalSolidList"/>
    <dgm:cxn modelId="{B2E5B6DD-4010-480E-A9C8-F672497D136C}" type="presOf" srcId="{D7BD1193-F30A-4C5F-9241-066CD93672CD}" destId="{1F85FA31-4651-48D4-BBD5-A5A7030B9A0E}" srcOrd="0" destOrd="1" presId="urn:microsoft.com/office/officeart/2018/2/layout/IconVerticalSolidList"/>
    <dgm:cxn modelId="{2A54D7DD-0B8B-47F1-AD3B-E2810EEAEC91}" type="presOf" srcId="{08FBF937-4743-4AE1-9888-2254016AB615}" destId="{CB878EA6-F5D8-4C9B-8950-8214712D219F}" srcOrd="0" destOrd="0" presId="urn:microsoft.com/office/officeart/2018/2/layout/IconVerticalSolidList"/>
    <dgm:cxn modelId="{A84F6EE6-2300-4142-9B36-D24AE2E80C42}" type="presOf" srcId="{E2CF9CBD-14CB-420C-B42A-A050A4A7C3C4}" destId="{1DF702DF-00A5-49A5-BDAE-32BC6188656D}" srcOrd="0" destOrd="0" presId="urn:microsoft.com/office/officeart/2018/2/layout/IconVerticalSolidList"/>
    <dgm:cxn modelId="{3F8D6FE7-2DEB-4E49-B855-2ECC0F49A84A}" srcId="{7CE1FC64-1444-4E04-80F0-617415650236}" destId="{97E4B7E1-8DD6-43AF-87BA-A823A7A456BC}" srcOrd="6" destOrd="0" parTransId="{BC76731D-C54F-439D-95EE-0695EA1199BF}" sibTransId="{D83F4CBF-C80F-44A8-B6D5-DBC241B18D97}"/>
    <dgm:cxn modelId="{67D800E8-5645-45D9-BB2E-0142801DC240}" srcId="{C30BE9AE-BCC9-48B0-98B7-A3F3C3BA2F48}" destId="{6E96AA43-781E-4BB2-A6E0-057CED2FFA90}" srcOrd="0" destOrd="0" parTransId="{A92DDFEB-F8EA-4DCB-AE8E-6376A1A4876B}" sibTransId="{A438F580-F98B-4E0B-95F0-2B5292DD70B1}"/>
    <dgm:cxn modelId="{4F1812ED-7CE1-40D9-971A-79854FCBDAC6}" type="presOf" srcId="{E7832F86-F11E-40AE-AF62-A82A7906CF0E}" destId="{CE3CFC9D-2F1D-42C1-BB0F-FD6037BE5EBB}" srcOrd="0" destOrd="0" presId="urn:microsoft.com/office/officeart/2018/2/layout/IconVerticalSolidList"/>
    <dgm:cxn modelId="{0B9BB5FC-1498-421A-A76B-72CC33843801}" type="presOf" srcId="{A1C312B0-C6DC-4176-9466-C01B128DE3AB}" destId="{9480DD62-EBFB-4C35-B968-BE06F9D34088}" srcOrd="0" destOrd="1" presId="urn:microsoft.com/office/officeart/2018/2/layout/IconVerticalSolidList"/>
    <dgm:cxn modelId="{8BE5D4FD-A459-4354-ABE8-872DAA9F11BB}" type="presOf" srcId="{F8CA625A-CABB-4E38-9834-6B30E7A391B0}" destId="{1F85FA31-4651-48D4-BBD5-A5A7030B9A0E}" srcOrd="0" destOrd="2" presId="urn:microsoft.com/office/officeart/2018/2/layout/IconVerticalSolidList"/>
    <dgm:cxn modelId="{D375ADFE-E7D5-4DC1-B2F9-06407118644D}" type="presOf" srcId="{77383491-7A27-4613-8D2F-2CB071612572}" destId="{6D517C24-93A7-4B88-A670-46D0B476A40A}" srcOrd="0" destOrd="0" presId="urn:microsoft.com/office/officeart/2018/2/layout/IconVerticalSolidList"/>
    <dgm:cxn modelId="{5CAEE9C1-CF10-48E4-B454-6DF8BB9C77C6}" type="presParOf" srcId="{1CCD4FE6-BA2B-432E-B9E3-DC4FD1F758BC}" destId="{B145E5B4-F759-40AB-8C8D-DB1F1F702C20}" srcOrd="0" destOrd="0" presId="urn:microsoft.com/office/officeart/2018/2/layout/IconVerticalSolidList"/>
    <dgm:cxn modelId="{E14D1E13-4D7A-4DB2-BC58-D02B3F031EB0}" type="presParOf" srcId="{B145E5B4-F759-40AB-8C8D-DB1F1F702C20}" destId="{F2E9EC9B-7552-43C4-ACEB-209D39C211BB}" srcOrd="0" destOrd="0" presId="urn:microsoft.com/office/officeart/2018/2/layout/IconVerticalSolidList"/>
    <dgm:cxn modelId="{CC909D52-E451-495F-B58F-8264A1027BF1}" type="presParOf" srcId="{B145E5B4-F759-40AB-8C8D-DB1F1F702C20}" destId="{E58CABFE-845F-4CBB-AA5C-443FC8BEC188}" srcOrd="1" destOrd="0" presId="urn:microsoft.com/office/officeart/2018/2/layout/IconVerticalSolidList"/>
    <dgm:cxn modelId="{762FE4F7-056D-431B-A4A7-D9F20D9068CE}" type="presParOf" srcId="{B145E5B4-F759-40AB-8C8D-DB1F1F702C20}" destId="{B1888CCD-3072-4279-8D4A-A58896BA85A4}" srcOrd="2" destOrd="0" presId="urn:microsoft.com/office/officeart/2018/2/layout/IconVerticalSolidList"/>
    <dgm:cxn modelId="{D751DF78-5C5C-4C7A-8610-1E1EE08433C5}" type="presParOf" srcId="{B145E5B4-F759-40AB-8C8D-DB1F1F702C20}" destId="{CE3CFC9D-2F1D-42C1-BB0F-FD6037BE5EBB}" srcOrd="3" destOrd="0" presId="urn:microsoft.com/office/officeart/2018/2/layout/IconVerticalSolidList"/>
    <dgm:cxn modelId="{106F003C-E601-4C94-B8A6-35E77550D603}" type="presParOf" srcId="{B145E5B4-F759-40AB-8C8D-DB1F1F702C20}" destId="{632192F7-45BA-482A-9755-E80ADCED21C4}" srcOrd="4" destOrd="0" presId="urn:microsoft.com/office/officeart/2018/2/layout/IconVerticalSolidList"/>
    <dgm:cxn modelId="{CAC99FC5-EAD0-4933-AC2C-134165B0A999}" type="presParOf" srcId="{1CCD4FE6-BA2B-432E-B9E3-DC4FD1F758BC}" destId="{7FB9BD20-BDB2-4AF4-A0DD-04E54A62BD35}" srcOrd="1" destOrd="0" presId="urn:microsoft.com/office/officeart/2018/2/layout/IconVerticalSolidList"/>
    <dgm:cxn modelId="{2D28991B-9D10-4ED0-9219-808F3A3F5C69}" type="presParOf" srcId="{1CCD4FE6-BA2B-432E-B9E3-DC4FD1F758BC}" destId="{CC3725DC-0819-4C17-80D2-EDBE6A848583}" srcOrd="2" destOrd="0" presId="urn:microsoft.com/office/officeart/2018/2/layout/IconVerticalSolidList"/>
    <dgm:cxn modelId="{D3BBA4D2-CA91-4D37-A63A-C3A530198312}" type="presParOf" srcId="{CC3725DC-0819-4C17-80D2-EDBE6A848583}" destId="{0932B657-B1E7-4BD3-B95B-259AED5188C2}" srcOrd="0" destOrd="0" presId="urn:microsoft.com/office/officeart/2018/2/layout/IconVerticalSolidList"/>
    <dgm:cxn modelId="{4D49E7B1-D2BF-4436-BE54-DBAAF92CD996}" type="presParOf" srcId="{CC3725DC-0819-4C17-80D2-EDBE6A848583}" destId="{8DB14947-C759-4C37-90C9-B11793C2C4F3}" srcOrd="1" destOrd="0" presId="urn:microsoft.com/office/officeart/2018/2/layout/IconVerticalSolidList"/>
    <dgm:cxn modelId="{277132B7-026C-4A54-96F6-5530C770771B}" type="presParOf" srcId="{CC3725DC-0819-4C17-80D2-EDBE6A848583}" destId="{6DB14B73-A54F-42B3-8283-73D7398579DB}" srcOrd="2" destOrd="0" presId="urn:microsoft.com/office/officeart/2018/2/layout/IconVerticalSolidList"/>
    <dgm:cxn modelId="{ED6F485D-2A39-4BD3-8D31-92A4A95F0D1B}" type="presParOf" srcId="{CC3725DC-0819-4C17-80D2-EDBE6A848583}" destId="{79EFD164-08F5-44F3-861B-CCA7A4FA2FDE}" srcOrd="3" destOrd="0" presId="urn:microsoft.com/office/officeart/2018/2/layout/IconVerticalSolidList"/>
    <dgm:cxn modelId="{3542975B-F8A7-4252-9B1F-937F814BED4D}" type="presParOf" srcId="{CC3725DC-0819-4C17-80D2-EDBE6A848583}" destId="{1DF702DF-00A5-49A5-BDAE-32BC6188656D}" srcOrd="4" destOrd="0" presId="urn:microsoft.com/office/officeart/2018/2/layout/IconVerticalSolidList"/>
    <dgm:cxn modelId="{B333472F-A615-4C76-93A3-37431B81A201}" type="presParOf" srcId="{1CCD4FE6-BA2B-432E-B9E3-DC4FD1F758BC}" destId="{E27892B0-2C7D-445C-A926-21B55E34238B}" srcOrd="3" destOrd="0" presId="urn:microsoft.com/office/officeart/2018/2/layout/IconVerticalSolidList"/>
    <dgm:cxn modelId="{79F793FD-0495-4E78-9CD4-C5A854190E48}" type="presParOf" srcId="{1CCD4FE6-BA2B-432E-B9E3-DC4FD1F758BC}" destId="{032115EE-CCC3-496E-8E85-4A5A41CEF873}" srcOrd="4" destOrd="0" presId="urn:microsoft.com/office/officeart/2018/2/layout/IconVerticalSolidList"/>
    <dgm:cxn modelId="{6A7ED76D-8721-472C-88F9-DD7525E7BA7D}" type="presParOf" srcId="{032115EE-CCC3-496E-8E85-4A5A41CEF873}" destId="{FF06C143-7E43-4D4D-A315-313D4592C47B}" srcOrd="0" destOrd="0" presId="urn:microsoft.com/office/officeart/2018/2/layout/IconVerticalSolidList"/>
    <dgm:cxn modelId="{D9104EBE-9E2C-480C-877A-E178173B0664}" type="presParOf" srcId="{032115EE-CCC3-496E-8E85-4A5A41CEF873}" destId="{5DB02DE7-741B-4C9B-A54D-DC52EE6D5ADC}" srcOrd="1" destOrd="0" presId="urn:microsoft.com/office/officeart/2018/2/layout/IconVerticalSolidList"/>
    <dgm:cxn modelId="{0472221E-D3F0-42AF-8641-5833BB8EE195}" type="presParOf" srcId="{032115EE-CCC3-496E-8E85-4A5A41CEF873}" destId="{DEF1DE45-23A5-48EF-B832-F376F9A9894B}" srcOrd="2" destOrd="0" presId="urn:microsoft.com/office/officeart/2018/2/layout/IconVerticalSolidList"/>
    <dgm:cxn modelId="{A6B1CA4D-B391-4E36-A0AE-F1CDD79C980B}" type="presParOf" srcId="{032115EE-CCC3-496E-8E85-4A5A41CEF873}" destId="{AA3B0F24-AD32-4B0F-B960-D1147B6012E1}" srcOrd="3" destOrd="0" presId="urn:microsoft.com/office/officeart/2018/2/layout/IconVerticalSolidList"/>
    <dgm:cxn modelId="{69A5B38B-718F-4E5D-82B7-B8C38B300FB1}" type="presParOf" srcId="{032115EE-CCC3-496E-8E85-4A5A41CEF873}" destId="{9480DD62-EBFB-4C35-B968-BE06F9D34088}" srcOrd="4" destOrd="0" presId="urn:microsoft.com/office/officeart/2018/2/layout/IconVerticalSolidList"/>
    <dgm:cxn modelId="{7D981E7A-6396-45A9-94AA-5EF5B5713B5D}" type="presParOf" srcId="{1CCD4FE6-BA2B-432E-B9E3-DC4FD1F758BC}" destId="{1B4A2DE8-DC8F-4621-BA9C-8A07E242D288}" srcOrd="5" destOrd="0" presId="urn:microsoft.com/office/officeart/2018/2/layout/IconVerticalSolidList"/>
    <dgm:cxn modelId="{0F88F89E-0B15-4C20-8F75-81B1FF0B665E}" type="presParOf" srcId="{1CCD4FE6-BA2B-432E-B9E3-DC4FD1F758BC}" destId="{2EE651B9-96D7-4335-862F-B06C84B5F84D}" srcOrd="6" destOrd="0" presId="urn:microsoft.com/office/officeart/2018/2/layout/IconVerticalSolidList"/>
    <dgm:cxn modelId="{5B650629-D1AC-4F21-B6D4-E93AEB019E1F}" type="presParOf" srcId="{2EE651B9-96D7-4335-862F-B06C84B5F84D}" destId="{E4183428-2390-4237-8895-BCBC07915A8C}" srcOrd="0" destOrd="0" presId="urn:microsoft.com/office/officeart/2018/2/layout/IconVerticalSolidList"/>
    <dgm:cxn modelId="{3D0858E2-9D77-4C6F-B954-0898E8398E11}" type="presParOf" srcId="{2EE651B9-96D7-4335-862F-B06C84B5F84D}" destId="{5FDBF3DA-FCB2-49F2-B017-7B801077C8EB}" srcOrd="1" destOrd="0" presId="urn:microsoft.com/office/officeart/2018/2/layout/IconVerticalSolidList"/>
    <dgm:cxn modelId="{69FD7D25-6DEA-4F26-8D91-1970E1E368B6}" type="presParOf" srcId="{2EE651B9-96D7-4335-862F-B06C84B5F84D}" destId="{4D8193CD-3A96-4355-A7B9-B0F0702EA971}" srcOrd="2" destOrd="0" presId="urn:microsoft.com/office/officeart/2018/2/layout/IconVerticalSolidList"/>
    <dgm:cxn modelId="{10793BE4-5C6B-45CA-A990-D59417BECFEC}" type="presParOf" srcId="{2EE651B9-96D7-4335-862F-B06C84B5F84D}" destId="{EF6C900C-8E5A-4CE8-A1CF-FBDA5615EB45}" srcOrd="3" destOrd="0" presId="urn:microsoft.com/office/officeart/2018/2/layout/IconVerticalSolidList"/>
    <dgm:cxn modelId="{44A7D93C-5EB6-49A9-A3DD-42A1DD801457}" type="presParOf" srcId="{2EE651B9-96D7-4335-862F-B06C84B5F84D}" destId="{CB878EA6-F5D8-4C9B-8950-8214712D219F}" srcOrd="4" destOrd="0" presId="urn:microsoft.com/office/officeart/2018/2/layout/IconVerticalSolidList"/>
    <dgm:cxn modelId="{35C893E4-92FD-44C2-9BE0-81233FF3FB5A}" type="presParOf" srcId="{1CCD4FE6-BA2B-432E-B9E3-DC4FD1F758BC}" destId="{37D01C12-D082-4E7A-AE51-89109AF28982}" srcOrd="7" destOrd="0" presId="urn:microsoft.com/office/officeart/2018/2/layout/IconVerticalSolidList"/>
    <dgm:cxn modelId="{3EB0CD1A-9FCF-44A1-A812-D88E33826257}" type="presParOf" srcId="{1CCD4FE6-BA2B-432E-B9E3-DC4FD1F758BC}" destId="{64B12669-8247-48F0-A20F-7E1545B5F3E7}" srcOrd="8" destOrd="0" presId="urn:microsoft.com/office/officeart/2018/2/layout/IconVerticalSolidList"/>
    <dgm:cxn modelId="{29891311-4548-4C1F-9DE1-E4CE71528E83}" type="presParOf" srcId="{64B12669-8247-48F0-A20F-7E1545B5F3E7}" destId="{D822F223-08DD-45AE-A215-4EEA2E289F5E}" srcOrd="0" destOrd="0" presId="urn:microsoft.com/office/officeart/2018/2/layout/IconVerticalSolidList"/>
    <dgm:cxn modelId="{E5C3D8AC-7D7C-429F-AF55-073420624549}" type="presParOf" srcId="{64B12669-8247-48F0-A20F-7E1545B5F3E7}" destId="{5E4CCA31-2914-472F-8D9A-DD866A9A8145}" srcOrd="1" destOrd="0" presId="urn:microsoft.com/office/officeart/2018/2/layout/IconVerticalSolidList"/>
    <dgm:cxn modelId="{CF25B455-C860-47E0-A73A-0C1F8B30E077}" type="presParOf" srcId="{64B12669-8247-48F0-A20F-7E1545B5F3E7}" destId="{A61DC9E8-CFAF-4DBC-996F-E12F86F05781}" srcOrd="2" destOrd="0" presId="urn:microsoft.com/office/officeart/2018/2/layout/IconVerticalSolidList"/>
    <dgm:cxn modelId="{36FB55C3-F8D5-4130-A5B7-3E8DD00AF321}" type="presParOf" srcId="{64B12669-8247-48F0-A20F-7E1545B5F3E7}" destId="{EA341C12-00FD-42CE-9310-279FB071A8B2}" srcOrd="3" destOrd="0" presId="urn:microsoft.com/office/officeart/2018/2/layout/IconVerticalSolidList"/>
    <dgm:cxn modelId="{C043FB85-B371-452A-852B-A50A7153E4C7}" type="presParOf" srcId="{64B12669-8247-48F0-A20F-7E1545B5F3E7}" destId="{1F85FA31-4651-48D4-BBD5-A5A7030B9A0E}" srcOrd="4" destOrd="0" presId="urn:microsoft.com/office/officeart/2018/2/layout/IconVerticalSolidList"/>
    <dgm:cxn modelId="{C320E362-730F-4CBF-872A-E665F2A6EFA0}" type="presParOf" srcId="{1CCD4FE6-BA2B-432E-B9E3-DC4FD1F758BC}" destId="{238226B0-B65D-4F5F-8C43-60C00D02AEF1}" srcOrd="9" destOrd="0" presId="urn:microsoft.com/office/officeart/2018/2/layout/IconVerticalSolidList"/>
    <dgm:cxn modelId="{D5B0D0F5-BD18-4A2C-9CBE-DE5F646C0437}" type="presParOf" srcId="{1CCD4FE6-BA2B-432E-B9E3-DC4FD1F758BC}" destId="{387B0CDD-2FBA-45E7-A4AC-863445296C09}" srcOrd="10" destOrd="0" presId="urn:microsoft.com/office/officeart/2018/2/layout/IconVerticalSolidList"/>
    <dgm:cxn modelId="{AC0F867A-1DF0-4B8F-9024-B192D5BF8222}" type="presParOf" srcId="{387B0CDD-2FBA-45E7-A4AC-863445296C09}" destId="{A8E5DF27-9329-41A0-BE1C-7C0547748162}" srcOrd="0" destOrd="0" presId="urn:microsoft.com/office/officeart/2018/2/layout/IconVerticalSolidList"/>
    <dgm:cxn modelId="{8FFD57C7-307E-49E3-A18F-DE65D226E81D}" type="presParOf" srcId="{387B0CDD-2FBA-45E7-A4AC-863445296C09}" destId="{9385FCF8-8596-4CBF-9138-505B11BA08B5}" srcOrd="1" destOrd="0" presId="urn:microsoft.com/office/officeart/2018/2/layout/IconVerticalSolidList"/>
    <dgm:cxn modelId="{20B052CF-AA65-4C07-BB3A-87D901EE8CFE}" type="presParOf" srcId="{387B0CDD-2FBA-45E7-A4AC-863445296C09}" destId="{FBAA20A2-A5A4-4A35-ABE3-E4CC15D6F385}" srcOrd="2" destOrd="0" presId="urn:microsoft.com/office/officeart/2018/2/layout/IconVerticalSolidList"/>
    <dgm:cxn modelId="{8FB5ED11-E230-4D9B-AA29-4190753FE32A}" type="presParOf" srcId="{387B0CDD-2FBA-45E7-A4AC-863445296C09}" destId="{6D517C24-93A7-4B88-A670-46D0B476A40A}" srcOrd="3" destOrd="0" presId="urn:microsoft.com/office/officeart/2018/2/layout/IconVerticalSolidList"/>
    <dgm:cxn modelId="{E3506D5D-6C7E-4B9F-BED3-5CB2AC2193B1}" type="presParOf" srcId="{387B0CDD-2FBA-45E7-A4AC-863445296C09}" destId="{1EE544C4-6B07-4923-B393-34F5682053B7}" srcOrd="4" destOrd="0" presId="urn:microsoft.com/office/officeart/2018/2/layout/IconVerticalSolidList"/>
    <dgm:cxn modelId="{67409586-4E47-4143-87CF-A6AA80320A98}" type="presParOf" srcId="{1CCD4FE6-BA2B-432E-B9E3-DC4FD1F758BC}" destId="{3D5ADDB0-D763-4A7D-B418-0AB459174D01}" srcOrd="11" destOrd="0" presId="urn:microsoft.com/office/officeart/2018/2/layout/IconVerticalSolidList"/>
    <dgm:cxn modelId="{673E5C90-BC56-49FA-84D9-908F15B8D3DC}" type="presParOf" srcId="{1CCD4FE6-BA2B-432E-B9E3-DC4FD1F758BC}" destId="{7BAE70E7-B27C-4697-B2AB-1CA8AC994B5E}" srcOrd="12" destOrd="0" presId="urn:microsoft.com/office/officeart/2018/2/layout/IconVerticalSolidList"/>
    <dgm:cxn modelId="{69057796-8D44-452E-A1BD-19EDB91EDC9B}" type="presParOf" srcId="{7BAE70E7-B27C-4697-B2AB-1CA8AC994B5E}" destId="{12088BF7-E4A5-40A3-B6D8-7A5E0A530C7C}" srcOrd="0" destOrd="0" presId="urn:microsoft.com/office/officeart/2018/2/layout/IconVerticalSolidList"/>
    <dgm:cxn modelId="{7DEE6EB4-8F60-4433-8EF6-4AC8242F8C14}" type="presParOf" srcId="{7BAE70E7-B27C-4697-B2AB-1CA8AC994B5E}" destId="{91ABDC59-B0F8-45A6-AD69-643AF64EC830}" srcOrd="1" destOrd="0" presId="urn:microsoft.com/office/officeart/2018/2/layout/IconVerticalSolidList"/>
    <dgm:cxn modelId="{8B598E22-394E-4BDD-9B35-09CDB5FA6345}" type="presParOf" srcId="{7BAE70E7-B27C-4697-B2AB-1CA8AC994B5E}" destId="{E64301C2-11C3-446B-A534-A5CD389B3F2A}" srcOrd="2" destOrd="0" presId="urn:microsoft.com/office/officeart/2018/2/layout/IconVerticalSolidList"/>
    <dgm:cxn modelId="{74E91B31-0AED-404B-B9F8-54848B11F82A}" type="presParOf" srcId="{7BAE70E7-B27C-4697-B2AB-1CA8AC994B5E}" destId="{FF349626-E208-4B7F-927D-805D8630E895}" srcOrd="3" destOrd="0" presId="urn:microsoft.com/office/officeart/2018/2/layout/IconVerticalSolidList"/>
    <dgm:cxn modelId="{75B0B232-D5FE-46E3-8F32-26DB0F402253}" type="presParOf" srcId="{7BAE70E7-B27C-4697-B2AB-1CA8AC994B5E}" destId="{0E1B17E8-1D5D-4E86-96A1-6FF9A9D9E542}"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E2443EE-EF9E-40B1-BB6E-4C9674918084}" type="doc">
      <dgm:prSet loTypeId="urn:microsoft.com/office/officeart/2005/8/layout/process2" loCatId="process" qsTypeId="urn:microsoft.com/office/officeart/2005/8/quickstyle/simple1" qsCatId="simple" csTypeId="urn:microsoft.com/office/officeart/2005/8/colors/accent1_2" csCatId="accent1" phldr="1"/>
      <dgm:spPr/>
    </dgm:pt>
    <dgm:pt modelId="{E5CD6C12-80EE-43EA-80DA-CBA184F9A3FB}">
      <dgm:prSet/>
      <dgm:spPr/>
      <dgm:t>
        <a:bodyPr/>
        <a:lstStyle/>
        <a:p>
          <a:pPr rtl="0"/>
          <a:r>
            <a:rPr lang="en-GB" b="0">
              <a:latin typeface="Calibri"/>
              <a:ea typeface="Calibri"/>
              <a:cs typeface="Calibri"/>
            </a:rPr>
            <a:t>Emergency</a:t>
          </a:r>
        </a:p>
      </dgm:t>
    </dgm:pt>
    <dgm:pt modelId="{D80345AB-DF3A-46F5-9E64-183201A76CAF}" type="parTrans" cxnId="{9603CF72-8B08-4B97-B65D-12D552090CF1}">
      <dgm:prSet/>
      <dgm:spPr/>
    </dgm:pt>
    <dgm:pt modelId="{3EE14859-D1A5-4A66-AEEC-90B0423B0385}" type="sibTrans" cxnId="{9603CF72-8B08-4B97-B65D-12D552090CF1}">
      <dgm:prSet/>
      <dgm:spPr/>
      <dgm:t>
        <a:bodyPr/>
        <a:lstStyle/>
        <a:p>
          <a:endParaRPr lang="en-GB"/>
        </a:p>
      </dgm:t>
    </dgm:pt>
    <dgm:pt modelId="{994F8C34-4A5B-4460-A88D-493B8AA1C4C0}">
      <dgm:prSet phldr="0"/>
      <dgm:spPr/>
      <dgm:t>
        <a:bodyPr/>
        <a:lstStyle/>
        <a:p>
          <a:pPr rtl="0"/>
          <a:r>
            <a:rPr lang="en-GB">
              <a:latin typeface="Calibri"/>
              <a:ea typeface="Calibri"/>
              <a:cs typeface="Calibri"/>
            </a:rPr>
            <a:t>Companion interaction</a:t>
          </a:r>
        </a:p>
      </dgm:t>
    </dgm:pt>
    <dgm:pt modelId="{8F4C6E9D-BE58-4E78-AFB9-A0550405BDCB}" type="parTrans" cxnId="{AAB15D5E-1335-4195-868F-7E21F37F9881}">
      <dgm:prSet/>
      <dgm:spPr/>
    </dgm:pt>
    <dgm:pt modelId="{29D88967-4F6A-480C-83D7-A402D5688E71}" type="sibTrans" cxnId="{AAB15D5E-1335-4195-868F-7E21F37F9881}">
      <dgm:prSet/>
      <dgm:spPr/>
      <dgm:t>
        <a:bodyPr/>
        <a:lstStyle/>
        <a:p>
          <a:endParaRPr lang="en-GB"/>
        </a:p>
      </dgm:t>
    </dgm:pt>
    <dgm:pt modelId="{D76CE198-13EB-4890-9A23-765A24708459}">
      <dgm:prSet phldr="0"/>
      <dgm:spPr/>
      <dgm:t>
        <a:bodyPr/>
        <a:lstStyle/>
        <a:p>
          <a:pPr rtl="0"/>
          <a:r>
            <a:rPr lang="en-GB">
              <a:latin typeface="Calibri"/>
              <a:ea typeface="Calibri"/>
              <a:cs typeface="Calibri"/>
            </a:rPr>
            <a:t>Medicine &amp; Appointment Reminders</a:t>
          </a:r>
        </a:p>
      </dgm:t>
    </dgm:pt>
    <dgm:pt modelId="{35DBE971-09BD-4613-98A5-F401213C8036}" type="parTrans" cxnId="{681A89C8-F197-46B8-85C8-7C3129799B78}">
      <dgm:prSet/>
      <dgm:spPr/>
    </dgm:pt>
    <dgm:pt modelId="{055D735B-408D-45B8-9E08-8A142B17CAE1}" type="sibTrans" cxnId="{681A89C8-F197-46B8-85C8-7C3129799B78}">
      <dgm:prSet/>
      <dgm:spPr/>
      <dgm:t>
        <a:bodyPr/>
        <a:lstStyle/>
        <a:p>
          <a:endParaRPr lang="en-GB"/>
        </a:p>
      </dgm:t>
    </dgm:pt>
    <dgm:pt modelId="{3F48B51B-3B70-46D0-941A-9FB7D4D8B3A5}">
      <dgm:prSet phldr="0"/>
      <dgm:spPr/>
      <dgm:t>
        <a:bodyPr/>
        <a:lstStyle/>
        <a:p>
          <a:pPr rtl="0"/>
          <a:r>
            <a:rPr lang="en-GB">
              <a:latin typeface="Calibri"/>
              <a:ea typeface="Calibri"/>
              <a:cs typeface="Calibri"/>
            </a:rPr>
            <a:t>Safety Alerts</a:t>
          </a:r>
        </a:p>
      </dgm:t>
    </dgm:pt>
    <dgm:pt modelId="{29E14B19-1B83-4438-AAF6-ECDB9A39537E}" type="parTrans" cxnId="{9608568D-56BC-4AD7-B4B4-26E5347C3DFC}">
      <dgm:prSet/>
      <dgm:spPr/>
    </dgm:pt>
    <dgm:pt modelId="{7FDDF79C-8548-44E4-A989-BDDD96BECD95}" type="sibTrans" cxnId="{9608568D-56BC-4AD7-B4B4-26E5347C3DFC}">
      <dgm:prSet/>
      <dgm:spPr/>
      <dgm:t>
        <a:bodyPr/>
        <a:lstStyle/>
        <a:p>
          <a:endParaRPr lang="en-GB"/>
        </a:p>
      </dgm:t>
    </dgm:pt>
    <dgm:pt modelId="{E809C0E7-4B15-4B67-8263-7D392BD6AC14}" type="pres">
      <dgm:prSet presAssocID="{3E2443EE-EF9E-40B1-BB6E-4C9674918084}" presName="linearFlow" presStyleCnt="0">
        <dgm:presLayoutVars>
          <dgm:resizeHandles val="exact"/>
        </dgm:presLayoutVars>
      </dgm:prSet>
      <dgm:spPr/>
    </dgm:pt>
    <dgm:pt modelId="{0ECEC7EA-8EA3-468D-9DBF-E54899E7D1EE}" type="pres">
      <dgm:prSet presAssocID="{E5CD6C12-80EE-43EA-80DA-CBA184F9A3FB}" presName="node" presStyleLbl="node1" presStyleIdx="0" presStyleCnt="4">
        <dgm:presLayoutVars>
          <dgm:bulletEnabled val="1"/>
        </dgm:presLayoutVars>
      </dgm:prSet>
      <dgm:spPr/>
    </dgm:pt>
    <dgm:pt modelId="{8BCA25D4-B814-4B35-BEE2-D5F8C337D76C}" type="pres">
      <dgm:prSet presAssocID="{3EE14859-D1A5-4A66-AEEC-90B0423B0385}" presName="sibTrans" presStyleLbl="sibTrans2D1" presStyleIdx="0" presStyleCnt="3"/>
      <dgm:spPr/>
    </dgm:pt>
    <dgm:pt modelId="{C4CD3DC0-D477-4C2E-AC13-26E3CEA2F3D8}" type="pres">
      <dgm:prSet presAssocID="{3EE14859-D1A5-4A66-AEEC-90B0423B0385}" presName="connectorText" presStyleLbl="sibTrans2D1" presStyleIdx="0" presStyleCnt="3"/>
      <dgm:spPr/>
    </dgm:pt>
    <dgm:pt modelId="{2F7A7246-6DC0-4F65-ACFC-D1CB26B3A4C0}" type="pres">
      <dgm:prSet presAssocID="{D76CE198-13EB-4890-9A23-765A24708459}" presName="node" presStyleLbl="node1" presStyleIdx="1" presStyleCnt="4">
        <dgm:presLayoutVars>
          <dgm:bulletEnabled val="1"/>
        </dgm:presLayoutVars>
      </dgm:prSet>
      <dgm:spPr/>
    </dgm:pt>
    <dgm:pt modelId="{C18FFCF4-BC9E-46E2-B1C4-D97C9907163A}" type="pres">
      <dgm:prSet presAssocID="{055D735B-408D-45B8-9E08-8A142B17CAE1}" presName="sibTrans" presStyleLbl="sibTrans2D1" presStyleIdx="1" presStyleCnt="3"/>
      <dgm:spPr/>
    </dgm:pt>
    <dgm:pt modelId="{B0F82F27-8049-4B8C-9B3E-E2641672B112}" type="pres">
      <dgm:prSet presAssocID="{055D735B-408D-45B8-9E08-8A142B17CAE1}" presName="connectorText" presStyleLbl="sibTrans2D1" presStyleIdx="1" presStyleCnt="3"/>
      <dgm:spPr/>
    </dgm:pt>
    <dgm:pt modelId="{9DD802FE-34AD-44F1-853B-6E0B7E2790FB}" type="pres">
      <dgm:prSet presAssocID="{3F48B51B-3B70-46D0-941A-9FB7D4D8B3A5}" presName="node" presStyleLbl="node1" presStyleIdx="2" presStyleCnt="4">
        <dgm:presLayoutVars>
          <dgm:bulletEnabled val="1"/>
        </dgm:presLayoutVars>
      </dgm:prSet>
      <dgm:spPr/>
    </dgm:pt>
    <dgm:pt modelId="{638F66AF-088E-4BAB-9A81-8081DDD06CCA}" type="pres">
      <dgm:prSet presAssocID="{7FDDF79C-8548-44E4-A989-BDDD96BECD95}" presName="sibTrans" presStyleLbl="sibTrans2D1" presStyleIdx="2" presStyleCnt="3"/>
      <dgm:spPr/>
    </dgm:pt>
    <dgm:pt modelId="{2CABDCFE-B07C-4D0E-9A77-27C5F17FA8A2}" type="pres">
      <dgm:prSet presAssocID="{7FDDF79C-8548-44E4-A989-BDDD96BECD95}" presName="connectorText" presStyleLbl="sibTrans2D1" presStyleIdx="2" presStyleCnt="3"/>
      <dgm:spPr/>
    </dgm:pt>
    <dgm:pt modelId="{8B36B5CE-83F7-46CC-8298-B445B24B0E28}" type="pres">
      <dgm:prSet presAssocID="{994F8C34-4A5B-4460-A88D-493B8AA1C4C0}" presName="node" presStyleLbl="node1" presStyleIdx="3" presStyleCnt="4">
        <dgm:presLayoutVars>
          <dgm:bulletEnabled val="1"/>
        </dgm:presLayoutVars>
      </dgm:prSet>
      <dgm:spPr/>
    </dgm:pt>
  </dgm:ptLst>
  <dgm:cxnLst>
    <dgm:cxn modelId="{5F7DD019-C362-40DB-B18B-FD98A7587577}" type="presOf" srcId="{3F48B51B-3B70-46D0-941A-9FB7D4D8B3A5}" destId="{9DD802FE-34AD-44F1-853B-6E0B7E2790FB}" srcOrd="0" destOrd="0" presId="urn:microsoft.com/office/officeart/2005/8/layout/process2"/>
    <dgm:cxn modelId="{2B75B41B-7688-4FE5-82FC-2D7E247546CD}" type="presOf" srcId="{E5CD6C12-80EE-43EA-80DA-CBA184F9A3FB}" destId="{0ECEC7EA-8EA3-468D-9DBF-E54899E7D1EE}" srcOrd="0" destOrd="0" presId="urn:microsoft.com/office/officeart/2005/8/layout/process2"/>
    <dgm:cxn modelId="{B8752B32-3999-414A-A1FE-335EAA5DCC75}" type="presOf" srcId="{3EE14859-D1A5-4A66-AEEC-90B0423B0385}" destId="{C4CD3DC0-D477-4C2E-AC13-26E3CEA2F3D8}" srcOrd="1" destOrd="0" presId="urn:microsoft.com/office/officeart/2005/8/layout/process2"/>
    <dgm:cxn modelId="{086CA43A-1E04-45EF-A1AB-0E89712D72DE}" type="presOf" srcId="{055D735B-408D-45B8-9E08-8A142B17CAE1}" destId="{C18FFCF4-BC9E-46E2-B1C4-D97C9907163A}" srcOrd="0" destOrd="0" presId="urn:microsoft.com/office/officeart/2005/8/layout/process2"/>
    <dgm:cxn modelId="{AAB15D5E-1335-4195-868F-7E21F37F9881}" srcId="{3E2443EE-EF9E-40B1-BB6E-4C9674918084}" destId="{994F8C34-4A5B-4460-A88D-493B8AA1C4C0}" srcOrd="3" destOrd="0" parTransId="{8F4C6E9D-BE58-4E78-AFB9-A0550405BDCB}" sibTransId="{29D88967-4F6A-480C-83D7-A402D5688E71}"/>
    <dgm:cxn modelId="{9603CF72-8B08-4B97-B65D-12D552090CF1}" srcId="{3E2443EE-EF9E-40B1-BB6E-4C9674918084}" destId="{E5CD6C12-80EE-43EA-80DA-CBA184F9A3FB}" srcOrd="0" destOrd="0" parTransId="{D80345AB-DF3A-46F5-9E64-183201A76CAF}" sibTransId="{3EE14859-D1A5-4A66-AEEC-90B0423B0385}"/>
    <dgm:cxn modelId="{4284C059-4EC6-4AEC-94AA-782BD6E23901}" type="presOf" srcId="{3EE14859-D1A5-4A66-AEEC-90B0423B0385}" destId="{8BCA25D4-B814-4B35-BEE2-D5F8C337D76C}" srcOrd="0" destOrd="0" presId="urn:microsoft.com/office/officeart/2005/8/layout/process2"/>
    <dgm:cxn modelId="{9608568D-56BC-4AD7-B4B4-26E5347C3DFC}" srcId="{3E2443EE-EF9E-40B1-BB6E-4C9674918084}" destId="{3F48B51B-3B70-46D0-941A-9FB7D4D8B3A5}" srcOrd="2" destOrd="0" parTransId="{29E14B19-1B83-4438-AAF6-ECDB9A39537E}" sibTransId="{7FDDF79C-8548-44E4-A989-BDDD96BECD95}"/>
    <dgm:cxn modelId="{FD02A4A3-6AC2-47DD-BE8A-912750F21351}" type="presOf" srcId="{7FDDF79C-8548-44E4-A989-BDDD96BECD95}" destId="{2CABDCFE-B07C-4D0E-9A77-27C5F17FA8A2}" srcOrd="1" destOrd="0" presId="urn:microsoft.com/office/officeart/2005/8/layout/process2"/>
    <dgm:cxn modelId="{BB76BEA5-66C1-4064-B6D6-D809F4926A20}" type="presOf" srcId="{3E2443EE-EF9E-40B1-BB6E-4C9674918084}" destId="{E809C0E7-4B15-4B67-8263-7D392BD6AC14}" srcOrd="0" destOrd="0" presId="urn:microsoft.com/office/officeart/2005/8/layout/process2"/>
    <dgm:cxn modelId="{35F849AB-592B-4609-A6C2-3837105BAF48}" type="presOf" srcId="{D76CE198-13EB-4890-9A23-765A24708459}" destId="{2F7A7246-6DC0-4F65-ACFC-D1CB26B3A4C0}" srcOrd="0" destOrd="0" presId="urn:microsoft.com/office/officeart/2005/8/layout/process2"/>
    <dgm:cxn modelId="{9358E7AF-B41B-42E6-85AC-0A9EC7085681}" type="presOf" srcId="{7FDDF79C-8548-44E4-A989-BDDD96BECD95}" destId="{638F66AF-088E-4BAB-9A81-8081DDD06CCA}" srcOrd="0" destOrd="0" presId="urn:microsoft.com/office/officeart/2005/8/layout/process2"/>
    <dgm:cxn modelId="{681A89C8-F197-46B8-85C8-7C3129799B78}" srcId="{3E2443EE-EF9E-40B1-BB6E-4C9674918084}" destId="{D76CE198-13EB-4890-9A23-765A24708459}" srcOrd="1" destOrd="0" parTransId="{35DBE971-09BD-4613-98A5-F401213C8036}" sibTransId="{055D735B-408D-45B8-9E08-8A142B17CAE1}"/>
    <dgm:cxn modelId="{19A278D7-33FC-4ECE-9981-E18B37CE6C19}" type="presOf" srcId="{055D735B-408D-45B8-9E08-8A142B17CAE1}" destId="{B0F82F27-8049-4B8C-9B3E-E2641672B112}" srcOrd="1" destOrd="0" presId="urn:microsoft.com/office/officeart/2005/8/layout/process2"/>
    <dgm:cxn modelId="{9AFDE3DE-43C7-4C5F-ABEC-C97CC1C196F9}" type="presOf" srcId="{994F8C34-4A5B-4460-A88D-493B8AA1C4C0}" destId="{8B36B5CE-83F7-46CC-8298-B445B24B0E28}" srcOrd="0" destOrd="0" presId="urn:microsoft.com/office/officeart/2005/8/layout/process2"/>
    <dgm:cxn modelId="{570C89E4-AD39-4DFE-BCD6-FB902339BC12}" type="presParOf" srcId="{E809C0E7-4B15-4B67-8263-7D392BD6AC14}" destId="{0ECEC7EA-8EA3-468D-9DBF-E54899E7D1EE}" srcOrd="0" destOrd="0" presId="urn:microsoft.com/office/officeart/2005/8/layout/process2"/>
    <dgm:cxn modelId="{6D8DD76D-C392-44BD-A644-BF27B2FD2914}" type="presParOf" srcId="{E809C0E7-4B15-4B67-8263-7D392BD6AC14}" destId="{8BCA25D4-B814-4B35-BEE2-D5F8C337D76C}" srcOrd="1" destOrd="0" presId="urn:microsoft.com/office/officeart/2005/8/layout/process2"/>
    <dgm:cxn modelId="{BFBED464-3D21-4DEB-A8B0-3849A470E952}" type="presParOf" srcId="{8BCA25D4-B814-4B35-BEE2-D5F8C337D76C}" destId="{C4CD3DC0-D477-4C2E-AC13-26E3CEA2F3D8}" srcOrd="0" destOrd="0" presId="urn:microsoft.com/office/officeart/2005/8/layout/process2"/>
    <dgm:cxn modelId="{D10E97E8-1E77-49A4-8AD4-6B4109253A95}" type="presParOf" srcId="{E809C0E7-4B15-4B67-8263-7D392BD6AC14}" destId="{2F7A7246-6DC0-4F65-ACFC-D1CB26B3A4C0}" srcOrd="2" destOrd="0" presId="urn:microsoft.com/office/officeart/2005/8/layout/process2"/>
    <dgm:cxn modelId="{61DD0AA4-2994-40ED-83F0-DC1C6E77C937}" type="presParOf" srcId="{E809C0E7-4B15-4B67-8263-7D392BD6AC14}" destId="{C18FFCF4-BC9E-46E2-B1C4-D97C9907163A}" srcOrd="3" destOrd="0" presId="urn:microsoft.com/office/officeart/2005/8/layout/process2"/>
    <dgm:cxn modelId="{1CB58A44-A214-49B5-80F5-ADB48EFCA6E0}" type="presParOf" srcId="{C18FFCF4-BC9E-46E2-B1C4-D97C9907163A}" destId="{B0F82F27-8049-4B8C-9B3E-E2641672B112}" srcOrd="0" destOrd="0" presId="urn:microsoft.com/office/officeart/2005/8/layout/process2"/>
    <dgm:cxn modelId="{38338085-8B7B-463C-9460-3A6F3870F29B}" type="presParOf" srcId="{E809C0E7-4B15-4B67-8263-7D392BD6AC14}" destId="{9DD802FE-34AD-44F1-853B-6E0B7E2790FB}" srcOrd="4" destOrd="0" presId="urn:microsoft.com/office/officeart/2005/8/layout/process2"/>
    <dgm:cxn modelId="{43F7588C-5679-409E-9FEC-2FD07316BA9F}" type="presParOf" srcId="{E809C0E7-4B15-4B67-8263-7D392BD6AC14}" destId="{638F66AF-088E-4BAB-9A81-8081DDD06CCA}" srcOrd="5" destOrd="0" presId="urn:microsoft.com/office/officeart/2005/8/layout/process2"/>
    <dgm:cxn modelId="{06413A5B-86A7-42CA-BBA4-800DEB0183E1}" type="presParOf" srcId="{638F66AF-088E-4BAB-9A81-8081DDD06CCA}" destId="{2CABDCFE-B07C-4D0E-9A77-27C5F17FA8A2}" srcOrd="0" destOrd="0" presId="urn:microsoft.com/office/officeart/2005/8/layout/process2"/>
    <dgm:cxn modelId="{38409BE9-B4A9-4218-A62D-9D124F62C459}" type="presParOf" srcId="{E809C0E7-4B15-4B67-8263-7D392BD6AC14}" destId="{8B36B5CE-83F7-46CC-8298-B445B24B0E28}" srcOrd="6" destOrd="0" presId="urn:microsoft.com/office/officeart/2005/8/layout/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CA35500-E772-4528-A707-8F4F47A946AD}" type="doc">
      <dgm:prSet loTypeId="urn:microsoft.com/office/officeart/2018/2/layout/IconVerticalSolidList" loCatId="icon" qsTypeId="urn:microsoft.com/office/officeart/2005/8/quickstyle/simple1" qsCatId="simple" csTypeId="urn:microsoft.com/office/officeart/2005/8/colors/accent0_2" csCatId="mainScheme" phldr="1"/>
      <dgm:spPr/>
      <dgm:t>
        <a:bodyPr/>
        <a:lstStyle/>
        <a:p>
          <a:endParaRPr lang="en-US"/>
        </a:p>
      </dgm:t>
    </dgm:pt>
    <dgm:pt modelId="{C98C1E84-5F04-49BD-999D-8F11250BED7E}">
      <dgm:prSet phldr="0" custT="1"/>
      <dgm:spPr/>
      <dgm:t>
        <a:bodyPr/>
        <a:lstStyle/>
        <a:p>
          <a:pPr>
            <a:lnSpc>
              <a:spcPct val="100000"/>
            </a:lnSpc>
          </a:pPr>
          <a:r>
            <a:rPr lang="en-US" sz="2000">
              <a:solidFill>
                <a:srgbClr val="444444"/>
              </a:solidFill>
              <a:latin typeface="Calibri"/>
              <a:ea typeface="Calibri"/>
              <a:cs typeface="Calibri"/>
            </a:rPr>
            <a:t>Voice trigger command: “Help”</a:t>
          </a:r>
        </a:p>
      </dgm:t>
    </dgm:pt>
    <dgm:pt modelId="{CE23B358-E483-4931-B8C7-F396D6EE923F}" type="parTrans" cxnId="{7D2BCF96-72A2-3A45-A01F-09E3102198AC}">
      <dgm:prSet/>
      <dgm:spPr/>
    </dgm:pt>
    <dgm:pt modelId="{C52A22D5-294A-42C8-9AB7-5DD17E0BB7E6}" type="sibTrans" cxnId="{7D2BCF96-72A2-3A45-A01F-09E3102198AC}">
      <dgm:prSet/>
      <dgm:spPr/>
    </dgm:pt>
    <dgm:pt modelId="{6BF8973D-62EB-4C23-A6DC-73D606F4815F}">
      <dgm:prSet phldr="0"/>
      <dgm:spPr/>
      <dgm:t>
        <a:bodyPr/>
        <a:lstStyle/>
        <a:p>
          <a:pPr>
            <a:lnSpc>
              <a:spcPct val="100000"/>
            </a:lnSpc>
          </a:pPr>
          <a:r>
            <a:rPr lang="en-US" sz="2000">
              <a:latin typeface="Calibri"/>
              <a:ea typeface="Calibri"/>
              <a:cs typeface="Calibri"/>
            </a:rPr>
            <a:t>Long-press button activation</a:t>
          </a:r>
          <a:endParaRPr lang="en-GB" sz="2000">
            <a:latin typeface="Calibri"/>
            <a:ea typeface="Calibri"/>
            <a:cs typeface="Calibri"/>
          </a:endParaRPr>
        </a:p>
      </dgm:t>
    </dgm:pt>
    <dgm:pt modelId="{A79BD048-9E22-4B77-B90D-949C9CBCA6AC}" type="parTrans" cxnId="{125D7247-7AEF-FD47-A2EC-C1202C602650}">
      <dgm:prSet/>
      <dgm:spPr/>
    </dgm:pt>
    <dgm:pt modelId="{84B86286-86BF-4908-90AF-F9E26BF8618C}" type="sibTrans" cxnId="{125D7247-7AEF-FD47-A2EC-C1202C602650}">
      <dgm:prSet/>
      <dgm:spPr/>
    </dgm:pt>
    <dgm:pt modelId="{E791DDFB-47AA-48BB-A71E-DD5456F78F19}">
      <dgm:prSet phldr="0"/>
      <dgm:spPr/>
      <dgm:t>
        <a:bodyPr/>
        <a:lstStyle/>
        <a:p>
          <a:pPr>
            <a:lnSpc>
              <a:spcPct val="100000"/>
            </a:lnSpc>
          </a:pPr>
          <a:r>
            <a:rPr lang="en-US" sz="2000">
              <a:latin typeface="Calibri"/>
              <a:ea typeface="Calibri"/>
              <a:cs typeface="Calibri"/>
            </a:rPr>
            <a:t>Immediate task interruption</a:t>
          </a:r>
          <a:endParaRPr lang="en-GB" sz="2000">
            <a:latin typeface="Calibri"/>
            <a:ea typeface="Calibri"/>
            <a:cs typeface="Calibri"/>
          </a:endParaRPr>
        </a:p>
      </dgm:t>
    </dgm:pt>
    <dgm:pt modelId="{DE7E7C80-35C4-4940-954B-0E62F79C7B8D}" type="parTrans" cxnId="{BAFC838E-B749-6946-B181-B1E0344DF24C}">
      <dgm:prSet/>
      <dgm:spPr/>
    </dgm:pt>
    <dgm:pt modelId="{56E88043-368E-4616-999A-ACB4C7A7E28F}" type="sibTrans" cxnId="{BAFC838E-B749-6946-B181-B1E0344DF24C}">
      <dgm:prSet/>
      <dgm:spPr/>
    </dgm:pt>
    <dgm:pt modelId="{F9E80C8C-81B9-4025-B564-A9FAC4D93725}">
      <dgm:prSet phldr="0"/>
      <dgm:spPr/>
      <dgm:t>
        <a:bodyPr/>
        <a:lstStyle/>
        <a:p>
          <a:pPr>
            <a:lnSpc>
              <a:spcPct val="100000"/>
            </a:lnSpc>
          </a:pPr>
          <a:r>
            <a:rPr lang="en-US" sz="2000">
              <a:latin typeface="Calibri"/>
              <a:ea typeface="Calibri"/>
              <a:cs typeface="Calibri"/>
            </a:rPr>
            <a:t>GSM-based alert notification system</a:t>
          </a:r>
          <a:endParaRPr lang="en-GB" sz="2000">
            <a:latin typeface="Calibri"/>
            <a:ea typeface="Calibri"/>
            <a:cs typeface="Calibri"/>
          </a:endParaRPr>
        </a:p>
      </dgm:t>
    </dgm:pt>
    <dgm:pt modelId="{EA68F037-7ABD-48DC-95CE-3C040A9C0C86}" type="parTrans" cxnId="{A207FAC0-39DE-D042-8326-FEB70BC8E9F1}">
      <dgm:prSet/>
      <dgm:spPr/>
    </dgm:pt>
    <dgm:pt modelId="{27744409-9443-4A6D-B223-A0D7B8BE7AD3}" type="sibTrans" cxnId="{A207FAC0-39DE-D042-8326-FEB70BC8E9F1}">
      <dgm:prSet/>
      <dgm:spPr/>
    </dgm:pt>
    <dgm:pt modelId="{BF9939FB-875B-47E6-8B9D-24816ADE71B3}">
      <dgm:prSet phldr="0"/>
      <dgm:spPr/>
      <dgm:t>
        <a:bodyPr/>
        <a:lstStyle/>
        <a:p>
          <a:pPr>
            <a:lnSpc>
              <a:spcPct val="100000"/>
            </a:lnSpc>
          </a:pPr>
          <a:r>
            <a:rPr lang="en-US" sz="2000">
              <a:latin typeface="Calibri"/>
              <a:ea typeface="Calibri"/>
              <a:cs typeface="Calibri"/>
            </a:rPr>
            <a:t>Priority override mechanism</a:t>
          </a:r>
          <a:endParaRPr lang="en-GB" sz="2000">
            <a:latin typeface="Calibri"/>
            <a:ea typeface="Calibri"/>
            <a:cs typeface="Calibri"/>
          </a:endParaRPr>
        </a:p>
      </dgm:t>
    </dgm:pt>
    <dgm:pt modelId="{DA5B27CC-0BB3-48BC-A35C-E9CC3634EEE8}" type="parTrans" cxnId="{E4F439B1-4AB2-0D48-A46F-11012F102BA1}">
      <dgm:prSet/>
      <dgm:spPr/>
    </dgm:pt>
    <dgm:pt modelId="{A73F6EED-0127-4870-B7CE-0E29B2F4DF85}" type="sibTrans" cxnId="{E4F439B1-4AB2-0D48-A46F-11012F102BA1}">
      <dgm:prSet/>
      <dgm:spPr/>
    </dgm:pt>
    <dgm:pt modelId="{85CC8826-6C88-4849-B1A5-9EB36E73714B}" type="pres">
      <dgm:prSet presAssocID="{ECA35500-E772-4528-A707-8F4F47A946AD}" presName="root" presStyleCnt="0">
        <dgm:presLayoutVars>
          <dgm:dir/>
          <dgm:resizeHandles val="exact"/>
        </dgm:presLayoutVars>
      </dgm:prSet>
      <dgm:spPr/>
    </dgm:pt>
    <dgm:pt modelId="{4BCCB3B9-2FC5-4373-B52D-C3FA2DA0FC4F}" type="pres">
      <dgm:prSet presAssocID="{C98C1E84-5F04-49BD-999D-8F11250BED7E}" presName="compNode" presStyleCnt="0"/>
      <dgm:spPr/>
    </dgm:pt>
    <dgm:pt modelId="{83087928-A023-45BF-B752-5A3A4807BEA8}" type="pres">
      <dgm:prSet presAssocID="{C98C1E84-5F04-49BD-999D-8F11250BED7E}" presName="bgRect" presStyleLbl="bgShp" presStyleIdx="0" presStyleCnt="5"/>
      <dgm:spPr/>
    </dgm:pt>
    <dgm:pt modelId="{19737E55-DAEA-4366-B245-DACA23A05A48}" type="pres">
      <dgm:prSet presAssocID="{C98C1E84-5F04-49BD-999D-8F11250BED7E}" presName="iconRect" presStyleLbl="node1" presStyleIdx="0" presStyleCnt="5"/>
      <dgm:spPr>
        <a:blipFill>
          <a:blip xmlns:r="http://schemas.openxmlformats.org/officeDocument/2006/relationships">
            <a:extLs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Car with solid fill"/>
        </a:ext>
      </dgm:extLst>
    </dgm:pt>
    <dgm:pt modelId="{37BC7ED1-1791-48CC-B3ED-75EDB88C46E0}" type="pres">
      <dgm:prSet presAssocID="{C98C1E84-5F04-49BD-999D-8F11250BED7E}" presName="spaceRect" presStyleCnt="0"/>
      <dgm:spPr/>
    </dgm:pt>
    <dgm:pt modelId="{654514F7-9EF2-40EB-B344-C9FD2A3302D8}" type="pres">
      <dgm:prSet presAssocID="{C98C1E84-5F04-49BD-999D-8F11250BED7E}" presName="parTx" presStyleLbl="revTx" presStyleIdx="0" presStyleCnt="5">
        <dgm:presLayoutVars>
          <dgm:chMax val="0"/>
          <dgm:chPref val="0"/>
        </dgm:presLayoutVars>
      </dgm:prSet>
      <dgm:spPr/>
    </dgm:pt>
    <dgm:pt modelId="{4E5B50DE-9F27-4D1B-8969-4A56443DF16A}" type="pres">
      <dgm:prSet presAssocID="{C52A22D5-294A-42C8-9AB7-5DD17E0BB7E6}" presName="sibTrans" presStyleCnt="0"/>
      <dgm:spPr/>
    </dgm:pt>
    <dgm:pt modelId="{CC23E77C-CD56-4586-9536-252EA274830C}" type="pres">
      <dgm:prSet presAssocID="{6BF8973D-62EB-4C23-A6DC-73D606F4815F}" presName="compNode" presStyleCnt="0"/>
      <dgm:spPr/>
    </dgm:pt>
    <dgm:pt modelId="{8EF8E7C1-3479-4A82-9FAF-D426AD276FE5}" type="pres">
      <dgm:prSet presAssocID="{6BF8973D-62EB-4C23-A6DC-73D606F4815F}" presName="bgRect" presStyleLbl="bgShp" presStyleIdx="1" presStyleCnt="5"/>
      <dgm:spPr/>
    </dgm:pt>
    <dgm:pt modelId="{97E8E6F9-4903-4F61-A772-32FA08DE3EC9}" type="pres">
      <dgm:prSet presAssocID="{6BF8973D-62EB-4C23-A6DC-73D606F4815F}" presName="iconRect" presStyleLbl="node1" presStyleIdx="1" presStyleCnt="5"/>
      <dgm:spPr>
        <a:blipFill>
          <a:blip xmlns:r="http://schemas.openxmlformats.org/officeDocument/2006/relationships">
            <a:extLs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ursor with solid fill"/>
        </a:ext>
      </dgm:extLst>
    </dgm:pt>
    <dgm:pt modelId="{45D34DF4-7180-4426-BBD4-93434001DAB7}" type="pres">
      <dgm:prSet presAssocID="{6BF8973D-62EB-4C23-A6DC-73D606F4815F}" presName="spaceRect" presStyleCnt="0"/>
      <dgm:spPr/>
    </dgm:pt>
    <dgm:pt modelId="{7C0C28FF-2843-4F4F-BBC0-9B5BF4AFF929}" type="pres">
      <dgm:prSet presAssocID="{6BF8973D-62EB-4C23-A6DC-73D606F4815F}" presName="parTx" presStyleLbl="revTx" presStyleIdx="1" presStyleCnt="5">
        <dgm:presLayoutVars>
          <dgm:chMax val="0"/>
          <dgm:chPref val="0"/>
        </dgm:presLayoutVars>
      </dgm:prSet>
      <dgm:spPr/>
    </dgm:pt>
    <dgm:pt modelId="{1DA48CD8-E96F-4ABA-BB52-126318E0BB58}" type="pres">
      <dgm:prSet presAssocID="{84B86286-86BF-4908-90AF-F9E26BF8618C}" presName="sibTrans" presStyleCnt="0"/>
      <dgm:spPr/>
    </dgm:pt>
    <dgm:pt modelId="{E3289C01-3F8F-4D5A-A338-DE2F866084AF}" type="pres">
      <dgm:prSet presAssocID="{E791DDFB-47AA-48BB-A71E-DD5456F78F19}" presName="compNode" presStyleCnt="0"/>
      <dgm:spPr/>
    </dgm:pt>
    <dgm:pt modelId="{2336BB7F-C71A-4AE7-B47F-4C07DD6E97A8}" type="pres">
      <dgm:prSet presAssocID="{E791DDFB-47AA-48BB-A71E-DD5456F78F19}" presName="bgRect" presStyleLbl="bgShp" presStyleIdx="2" presStyleCnt="5"/>
      <dgm:spPr/>
    </dgm:pt>
    <dgm:pt modelId="{19923A23-1BF9-48EE-AC31-E51F99A8A539}" type="pres">
      <dgm:prSet presAssocID="{E791DDFB-47AA-48BB-A71E-DD5456F78F19}" presName="iconRect" presStyleLbl="node1" presStyleIdx="2" presStyleCnt="5"/>
      <dgm:spPr>
        <a:blipFill>
          <a:blip xmlns:r="http://schemas.openxmlformats.org/officeDocument/2006/relationships">
            <a:extLs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List with solid fill"/>
        </a:ext>
      </dgm:extLst>
    </dgm:pt>
    <dgm:pt modelId="{E10C6897-A192-4476-AC9C-1128C9BF0DC8}" type="pres">
      <dgm:prSet presAssocID="{E791DDFB-47AA-48BB-A71E-DD5456F78F19}" presName="spaceRect" presStyleCnt="0"/>
      <dgm:spPr/>
    </dgm:pt>
    <dgm:pt modelId="{4BB880FA-3F6E-4E06-AD78-720802AA9095}" type="pres">
      <dgm:prSet presAssocID="{E791DDFB-47AA-48BB-A71E-DD5456F78F19}" presName="parTx" presStyleLbl="revTx" presStyleIdx="2" presStyleCnt="5">
        <dgm:presLayoutVars>
          <dgm:chMax val="0"/>
          <dgm:chPref val="0"/>
        </dgm:presLayoutVars>
      </dgm:prSet>
      <dgm:spPr/>
    </dgm:pt>
    <dgm:pt modelId="{A1C0877C-AE0E-45FB-B429-80F4D0EBAD8E}" type="pres">
      <dgm:prSet presAssocID="{56E88043-368E-4616-999A-ACB4C7A7E28F}" presName="sibTrans" presStyleCnt="0"/>
      <dgm:spPr/>
    </dgm:pt>
    <dgm:pt modelId="{8B6EF193-999A-4580-9D04-736ADE0B22B0}" type="pres">
      <dgm:prSet presAssocID="{F9E80C8C-81B9-4025-B564-A9FAC4D93725}" presName="compNode" presStyleCnt="0"/>
      <dgm:spPr/>
    </dgm:pt>
    <dgm:pt modelId="{27946295-140B-4319-97E4-DFE728320594}" type="pres">
      <dgm:prSet presAssocID="{F9E80C8C-81B9-4025-B564-A9FAC4D93725}" presName="bgRect" presStyleLbl="bgShp" presStyleIdx="3" presStyleCnt="5"/>
      <dgm:spPr/>
    </dgm:pt>
    <dgm:pt modelId="{49C96A3B-B56F-4372-959E-99B4E12B6A50}" type="pres">
      <dgm:prSet presAssocID="{F9E80C8C-81B9-4025-B564-A9FAC4D93725}" presName="iconRect" presStyleLbl="node1" presStyleIdx="3" presStyleCnt="5"/>
      <dgm:spPr>
        <a:blipFill>
          <a:blip xmlns:r="http://schemas.openxmlformats.org/officeDocument/2006/relationships">
            <a:extLs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Speaker phone with solid fill"/>
        </a:ext>
      </dgm:extLst>
    </dgm:pt>
    <dgm:pt modelId="{982F4FE4-2490-4DDA-A1A2-577D074C54A5}" type="pres">
      <dgm:prSet presAssocID="{F9E80C8C-81B9-4025-B564-A9FAC4D93725}" presName="spaceRect" presStyleCnt="0"/>
      <dgm:spPr/>
    </dgm:pt>
    <dgm:pt modelId="{F1F0C252-5AC5-4E08-89AC-C41DDE7F1ADA}" type="pres">
      <dgm:prSet presAssocID="{F9E80C8C-81B9-4025-B564-A9FAC4D93725}" presName="parTx" presStyleLbl="revTx" presStyleIdx="3" presStyleCnt="5">
        <dgm:presLayoutVars>
          <dgm:chMax val="0"/>
          <dgm:chPref val="0"/>
        </dgm:presLayoutVars>
      </dgm:prSet>
      <dgm:spPr/>
    </dgm:pt>
    <dgm:pt modelId="{6E1FDD67-7189-40D3-A029-B6D1D1EC6987}" type="pres">
      <dgm:prSet presAssocID="{27744409-9443-4A6D-B223-A0D7B8BE7AD3}" presName="sibTrans" presStyleCnt="0"/>
      <dgm:spPr/>
    </dgm:pt>
    <dgm:pt modelId="{6327CF9E-2988-4E68-AE55-575CE208E26E}" type="pres">
      <dgm:prSet presAssocID="{BF9939FB-875B-47E6-8B9D-24816ADE71B3}" presName="compNode" presStyleCnt="0"/>
      <dgm:spPr/>
    </dgm:pt>
    <dgm:pt modelId="{0BD932AA-CAC4-43CA-B72D-F11880641C87}" type="pres">
      <dgm:prSet presAssocID="{BF9939FB-875B-47E6-8B9D-24816ADE71B3}" presName="bgRect" presStyleLbl="bgShp" presStyleIdx="4" presStyleCnt="5"/>
      <dgm:spPr/>
    </dgm:pt>
    <dgm:pt modelId="{D0C43639-3699-452B-B9C1-9F6EDAAC0297}" type="pres">
      <dgm:prSet presAssocID="{BF9939FB-875B-47E6-8B9D-24816ADE71B3}" presName="iconRect" presStyleLbl="node1" presStyleIdx="4" presStyleCnt="5"/>
      <dgm:spPr>
        <a:blipFill>
          <a:blip xmlns:r="http://schemas.openxmlformats.org/officeDocument/2006/relationships">
            <a:extLst>
              <a:ext uri="{96DAC541-7B7A-43D3-8B79-37D633B846F1}">
                <asvg:svgBlip xmlns:asvg="http://schemas.microsoft.com/office/drawing/2016/SVG/main" r:embed="rId5"/>
              </a:ext>
            </a:extLst>
          </a:blip>
          <a:stretch>
            <a:fillRect/>
          </a:stretch>
        </a:blipFill>
      </dgm:spPr>
      <dgm:extLst>
        <a:ext uri="{E40237B7-FDA0-4F09-8148-C483321AD2D9}">
          <dgm14:cNvPr xmlns:dgm14="http://schemas.microsoft.com/office/drawing/2010/diagram" id="0" name="" descr="Lightbulb and gear with solid fill"/>
        </a:ext>
      </dgm:extLst>
    </dgm:pt>
    <dgm:pt modelId="{EFF50684-4B18-4D42-BC50-4DF77EEAC9AF}" type="pres">
      <dgm:prSet presAssocID="{BF9939FB-875B-47E6-8B9D-24816ADE71B3}" presName="spaceRect" presStyleCnt="0"/>
      <dgm:spPr/>
    </dgm:pt>
    <dgm:pt modelId="{2DB7896A-3A1C-412E-9804-F62113CB2D41}" type="pres">
      <dgm:prSet presAssocID="{BF9939FB-875B-47E6-8B9D-24816ADE71B3}" presName="parTx" presStyleLbl="revTx" presStyleIdx="4" presStyleCnt="5">
        <dgm:presLayoutVars>
          <dgm:chMax val="0"/>
          <dgm:chPref val="0"/>
        </dgm:presLayoutVars>
      </dgm:prSet>
      <dgm:spPr/>
    </dgm:pt>
  </dgm:ptLst>
  <dgm:cxnLst>
    <dgm:cxn modelId="{784A9737-0E3A-CF4A-B365-316C461A696F}" type="presOf" srcId="{BF9939FB-875B-47E6-8B9D-24816ADE71B3}" destId="{2DB7896A-3A1C-412E-9804-F62113CB2D41}" srcOrd="0" destOrd="0" presId="urn:microsoft.com/office/officeart/2018/2/layout/IconVerticalSolidList"/>
    <dgm:cxn modelId="{BBD97C44-4446-A54C-A44E-B4A5C8AB48EE}" type="presOf" srcId="{6BF8973D-62EB-4C23-A6DC-73D606F4815F}" destId="{7C0C28FF-2843-4F4F-BBC0-9B5BF4AFF929}" srcOrd="0" destOrd="0" presId="urn:microsoft.com/office/officeart/2018/2/layout/IconVerticalSolidList"/>
    <dgm:cxn modelId="{125D7247-7AEF-FD47-A2EC-C1202C602650}" srcId="{ECA35500-E772-4528-A707-8F4F47A946AD}" destId="{6BF8973D-62EB-4C23-A6DC-73D606F4815F}" srcOrd="1" destOrd="0" parTransId="{A79BD048-9E22-4B77-B90D-949C9CBCA6AC}" sibTransId="{84B86286-86BF-4908-90AF-F9E26BF8618C}"/>
    <dgm:cxn modelId="{29DAAE8C-4DCC-8944-A128-C77B6F878049}" type="presOf" srcId="{F9E80C8C-81B9-4025-B564-A9FAC4D93725}" destId="{F1F0C252-5AC5-4E08-89AC-C41DDE7F1ADA}" srcOrd="0" destOrd="0" presId="urn:microsoft.com/office/officeart/2018/2/layout/IconVerticalSolidList"/>
    <dgm:cxn modelId="{BAFC838E-B749-6946-B181-B1E0344DF24C}" srcId="{ECA35500-E772-4528-A707-8F4F47A946AD}" destId="{E791DDFB-47AA-48BB-A71E-DD5456F78F19}" srcOrd="2" destOrd="0" parTransId="{DE7E7C80-35C4-4940-954B-0E62F79C7B8D}" sibTransId="{56E88043-368E-4616-999A-ACB4C7A7E28F}"/>
    <dgm:cxn modelId="{7D2BCF96-72A2-3A45-A01F-09E3102198AC}" srcId="{ECA35500-E772-4528-A707-8F4F47A946AD}" destId="{C98C1E84-5F04-49BD-999D-8F11250BED7E}" srcOrd="0" destOrd="0" parTransId="{CE23B358-E483-4931-B8C7-F396D6EE923F}" sibTransId="{C52A22D5-294A-42C8-9AB7-5DD17E0BB7E6}"/>
    <dgm:cxn modelId="{32AC30AF-6E52-014E-A860-31EE0E4BB84B}" type="presOf" srcId="{C98C1E84-5F04-49BD-999D-8F11250BED7E}" destId="{654514F7-9EF2-40EB-B344-C9FD2A3302D8}" srcOrd="0" destOrd="0" presId="urn:microsoft.com/office/officeart/2018/2/layout/IconVerticalSolidList"/>
    <dgm:cxn modelId="{E4F439B1-4AB2-0D48-A46F-11012F102BA1}" srcId="{ECA35500-E772-4528-A707-8F4F47A946AD}" destId="{BF9939FB-875B-47E6-8B9D-24816ADE71B3}" srcOrd="4" destOrd="0" parTransId="{DA5B27CC-0BB3-48BC-A35C-E9CC3634EEE8}" sibTransId="{A73F6EED-0127-4870-B7CE-0E29B2F4DF85}"/>
    <dgm:cxn modelId="{A207FAC0-39DE-D042-8326-FEB70BC8E9F1}" srcId="{ECA35500-E772-4528-A707-8F4F47A946AD}" destId="{F9E80C8C-81B9-4025-B564-A9FAC4D93725}" srcOrd="3" destOrd="0" parTransId="{EA68F037-7ABD-48DC-95CE-3C040A9C0C86}" sibTransId="{27744409-9443-4A6D-B223-A0D7B8BE7AD3}"/>
    <dgm:cxn modelId="{CBC323C2-A8E9-774B-9158-285C91793F3D}" type="presOf" srcId="{E791DDFB-47AA-48BB-A71E-DD5456F78F19}" destId="{4BB880FA-3F6E-4E06-AD78-720802AA9095}" srcOrd="0" destOrd="0" presId="urn:microsoft.com/office/officeart/2018/2/layout/IconVerticalSolidList"/>
    <dgm:cxn modelId="{E17C40EB-7C49-45AD-B28A-FD63E3A92DDA}" type="presOf" srcId="{ECA35500-E772-4528-A707-8F4F47A946AD}" destId="{85CC8826-6C88-4849-B1A5-9EB36E73714B}" srcOrd="0" destOrd="0" presId="urn:microsoft.com/office/officeart/2018/2/layout/IconVerticalSolidList"/>
    <dgm:cxn modelId="{890433EC-48A3-E343-8C9A-37259A3B29A1}" type="presParOf" srcId="{85CC8826-6C88-4849-B1A5-9EB36E73714B}" destId="{4BCCB3B9-2FC5-4373-B52D-C3FA2DA0FC4F}" srcOrd="0" destOrd="0" presId="urn:microsoft.com/office/officeart/2018/2/layout/IconVerticalSolidList"/>
    <dgm:cxn modelId="{4A95A25F-9DEA-3B4D-85F5-D575989E80C8}" type="presParOf" srcId="{4BCCB3B9-2FC5-4373-B52D-C3FA2DA0FC4F}" destId="{83087928-A023-45BF-B752-5A3A4807BEA8}" srcOrd="0" destOrd="0" presId="urn:microsoft.com/office/officeart/2018/2/layout/IconVerticalSolidList"/>
    <dgm:cxn modelId="{3EE48101-327F-CA4C-9A90-0FA0CB167177}" type="presParOf" srcId="{4BCCB3B9-2FC5-4373-B52D-C3FA2DA0FC4F}" destId="{19737E55-DAEA-4366-B245-DACA23A05A48}" srcOrd="1" destOrd="0" presId="urn:microsoft.com/office/officeart/2018/2/layout/IconVerticalSolidList"/>
    <dgm:cxn modelId="{E3528DBF-BFC9-0740-9481-7C4222ED3483}" type="presParOf" srcId="{4BCCB3B9-2FC5-4373-B52D-C3FA2DA0FC4F}" destId="{37BC7ED1-1791-48CC-B3ED-75EDB88C46E0}" srcOrd="2" destOrd="0" presId="urn:microsoft.com/office/officeart/2018/2/layout/IconVerticalSolidList"/>
    <dgm:cxn modelId="{D9EC21A0-EB06-7C41-A16B-7EACE9E93676}" type="presParOf" srcId="{4BCCB3B9-2FC5-4373-B52D-C3FA2DA0FC4F}" destId="{654514F7-9EF2-40EB-B344-C9FD2A3302D8}" srcOrd="3" destOrd="0" presId="urn:microsoft.com/office/officeart/2018/2/layout/IconVerticalSolidList"/>
    <dgm:cxn modelId="{FFCBEA83-8B96-0847-AB72-DF278CCEDCC8}" type="presParOf" srcId="{85CC8826-6C88-4849-B1A5-9EB36E73714B}" destId="{4E5B50DE-9F27-4D1B-8969-4A56443DF16A}" srcOrd="1" destOrd="0" presId="urn:microsoft.com/office/officeart/2018/2/layout/IconVerticalSolidList"/>
    <dgm:cxn modelId="{643AAB3C-B79E-6046-9508-896D61C0544A}" type="presParOf" srcId="{85CC8826-6C88-4849-B1A5-9EB36E73714B}" destId="{CC23E77C-CD56-4586-9536-252EA274830C}" srcOrd="2" destOrd="0" presId="urn:microsoft.com/office/officeart/2018/2/layout/IconVerticalSolidList"/>
    <dgm:cxn modelId="{B63F14AB-A801-224F-B264-91C269179073}" type="presParOf" srcId="{CC23E77C-CD56-4586-9536-252EA274830C}" destId="{8EF8E7C1-3479-4A82-9FAF-D426AD276FE5}" srcOrd="0" destOrd="0" presId="urn:microsoft.com/office/officeart/2018/2/layout/IconVerticalSolidList"/>
    <dgm:cxn modelId="{C090BB83-F819-614F-B934-FA52C6BB581B}" type="presParOf" srcId="{CC23E77C-CD56-4586-9536-252EA274830C}" destId="{97E8E6F9-4903-4F61-A772-32FA08DE3EC9}" srcOrd="1" destOrd="0" presId="urn:microsoft.com/office/officeart/2018/2/layout/IconVerticalSolidList"/>
    <dgm:cxn modelId="{F3CD4698-B956-E640-91F6-33874C695451}" type="presParOf" srcId="{CC23E77C-CD56-4586-9536-252EA274830C}" destId="{45D34DF4-7180-4426-BBD4-93434001DAB7}" srcOrd="2" destOrd="0" presId="urn:microsoft.com/office/officeart/2018/2/layout/IconVerticalSolidList"/>
    <dgm:cxn modelId="{21A7F818-82D3-9845-8D72-2C36DD7EE9BE}" type="presParOf" srcId="{CC23E77C-CD56-4586-9536-252EA274830C}" destId="{7C0C28FF-2843-4F4F-BBC0-9B5BF4AFF929}" srcOrd="3" destOrd="0" presId="urn:microsoft.com/office/officeart/2018/2/layout/IconVerticalSolidList"/>
    <dgm:cxn modelId="{6DD479F4-5F92-8247-A5A2-894D0EBA5FDC}" type="presParOf" srcId="{85CC8826-6C88-4849-B1A5-9EB36E73714B}" destId="{1DA48CD8-E96F-4ABA-BB52-126318E0BB58}" srcOrd="3" destOrd="0" presId="urn:microsoft.com/office/officeart/2018/2/layout/IconVerticalSolidList"/>
    <dgm:cxn modelId="{98ECBBE4-EDD9-FE41-BE90-18D7721060CC}" type="presParOf" srcId="{85CC8826-6C88-4849-B1A5-9EB36E73714B}" destId="{E3289C01-3F8F-4D5A-A338-DE2F866084AF}" srcOrd="4" destOrd="0" presId="urn:microsoft.com/office/officeart/2018/2/layout/IconVerticalSolidList"/>
    <dgm:cxn modelId="{1FE43600-573E-2A4F-B43F-2864D600A62E}" type="presParOf" srcId="{E3289C01-3F8F-4D5A-A338-DE2F866084AF}" destId="{2336BB7F-C71A-4AE7-B47F-4C07DD6E97A8}" srcOrd="0" destOrd="0" presId="urn:microsoft.com/office/officeart/2018/2/layout/IconVerticalSolidList"/>
    <dgm:cxn modelId="{35D7361F-B774-5940-B91D-25ED9776744D}" type="presParOf" srcId="{E3289C01-3F8F-4D5A-A338-DE2F866084AF}" destId="{19923A23-1BF9-48EE-AC31-E51F99A8A539}" srcOrd="1" destOrd="0" presId="urn:microsoft.com/office/officeart/2018/2/layout/IconVerticalSolidList"/>
    <dgm:cxn modelId="{8E297536-85A0-7E45-B3D2-3B89C3D1DC18}" type="presParOf" srcId="{E3289C01-3F8F-4D5A-A338-DE2F866084AF}" destId="{E10C6897-A192-4476-AC9C-1128C9BF0DC8}" srcOrd="2" destOrd="0" presId="urn:microsoft.com/office/officeart/2018/2/layout/IconVerticalSolidList"/>
    <dgm:cxn modelId="{799F8EBB-9E1E-544A-BEC7-21839F21B792}" type="presParOf" srcId="{E3289C01-3F8F-4D5A-A338-DE2F866084AF}" destId="{4BB880FA-3F6E-4E06-AD78-720802AA9095}" srcOrd="3" destOrd="0" presId="urn:microsoft.com/office/officeart/2018/2/layout/IconVerticalSolidList"/>
    <dgm:cxn modelId="{EF87DD31-CFDC-2445-8AFA-99DDEAC610E5}" type="presParOf" srcId="{85CC8826-6C88-4849-B1A5-9EB36E73714B}" destId="{A1C0877C-AE0E-45FB-B429-80F4D0EBAD8E}" srcOrd="5" destOrd="0" presId="urn:microsoft.com/office/officeart/2018/2/layout/IconVerticalSolidList"/>
    <dgm:cxn modelId="{C28A5779-83E3-5243-A832-5A4FC3428CB5}" type="presParOf" srcId="{85CC8826-6C88-4849-B1A5-9EB36E73714B}" destId="{8B6EF193-999A-4580-9D04-736ADE0B22B0}" srcOrd="6" destOrd="0" presId="urn:microsoft.com/office/officeart/2018/2/layout/IconVerticalSolidList"/>
    <dgm:cxn modelId="{F57FF08D-907F-6948-8924-2FBE9D514501}" type="presParOf" srcId="{8B6EF193-999A-4580-9D04-736ADE0B22B0}" destId="{27946295-140B-4319-97E4-DFE728320594}" srcOrd="0" destOrd="0" presId="urn:microsoft.com/office/officeart/2018/2/layout/IconVerticalSolidList"/>
    <dgm:cxn modelId="{CF26A5D9-5488-1141-8C14-6854816CAB5B}" type="presParOf" srcId="{8B6EF193-999A-4580-9D04-736ADE0B22B0}" destId="{49C96A3B-B56F-4372-959E-99B4E12B6A50}" srcOrd="1" destOrd="0" presId="urn:microsoft.com/office/officeart/2018/2/layout/IconVerticalSolidList"/>
    <dgm:cxn modelId="{ED5707CC-879D-6945-B3FC-B33EFCC573AE}" type="presParOf" srcId="{8B6EF193-999A-4580-9D04-736ADE0B22B0}" destId="{982F4FE4-2490-4DDA-A1A2-577D074C54A5}" srcOrd="2" destOrd="0" presId="urn:microsoft.com/office/officeart/2018/2/layout/IconVerticalSolidList"/>
    <dgm:cxn modelId="{FD787241-DA97-F146-9E5D-AE6CD6635BA4}" type="presParOf" srcId="{8B6EF193-999A-4580-9D04-736ADE0B22B0}" destId="{F1F0C252-5AC5-4E08-89AC-C41DDE7F1ADA}" srcOrd="3" destOrd="0" presId="urn:microsoft.com/office/officeart/2018/2/layout/IconVerticalSolidList"/>
    <dgm:cxn modelId="{A0EDF2DC-7029-BB49-8D6E-9DE3E9040A58}" type="presParOf" srcId="{85CC8826-6C88-4849-B1A5-9EB36E73714B}" destId="{6E1FDD67-7189-40D3-A029-B6D1D1EC6987}" srcOrd="7" destOrd="0" presId="urn:microsoft.com/office/officeart/2018/2/layout/IconVerticalSolidList"/>
    <dgm:cxn modelId="{25FA0E7B-455F-6443-AB51-67382845D985}" type="presParOf" srcId="{85CC8826-6C88-4849-B1A5-9EB36E73714B}" destId="{6327CF9E-2988-4E68-AE55-575CE208E26E}" srcOrd="8" destOrd="0" presId="urn:microsoft.com/office/officeart/2018/2/layout/IconVerticalSolidList"/>
    <dgm:cxn modelId="{8C338B62-8631-7148-A7F1-77C2E2C0D4F5}" type="presParOf" srcId="{6327CF9E-2988-4E68-AE55-575CE208E26E}" destId="{0BD932AA-CAC4-43CA-B72D-F11880641C87}" srcOrd="0" destOrd="0" presId="urn:microsoft.com/office/officeart/2018/2/layout/IconVerticalSolidList"/>
    <dgm:cxn modelId="{9A5885E7-84AC-5D42-A4C0-389AF4D1F6F9}" type="presParOf" srcId="{6327CF9E-2988-4E68-AE55-575CE208E26E}" destId="{D0C43639-3699-452B-B9C1-9F6EDAAC0297}" srcOrd="1" destOrd="0" presId="urn:microsoft.com/office/officeart/2018/2/layout/IconVerticalSolidList"/>
    <dgm:cxn modelId="{A8AA9B68-FE82-A54D-B713-D4BFDEE536F0}" type="presParOf" srcId="{6327CF9E-2988-4E68-AE55-575CE208E26E}" destId="{EFF50684-4B18-4D42-BC50-4DF77EEAC9AF}" srcOrd="2" destOrd="0" presId="urn:microsoft.com/office/officeart/2018/2/layout/IconVerticalSolidList"/>
    <dgm:cxn modelId="{5E1FDDD2-471D-F941-B8AF-5B139A5F5D24}" type="presParOf" srcId="{6327CF9E-2988-4E68-AE55-575CE208E26E}" destId="{2DB7896A-3A1C-412E-9804-F62113CB2D41}"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72F4EC2-4319-44D3-B3D2-9884B9DA6DE2}"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225B6171-7A80-4683-9FCF-99F2AE019F4B}">
      <dgm:prSet custT="1"/>
      <dgm:spPr/>
      <dgm:t>
        <a:bodyPr/>
        <a:lstStyle/>
        <a:p>
          <a:pPr>
            <a:lnSpc>
              <a:spcPct val="100000"/>
            </a:lnSpc>
            <a:defRPr cap="all"/>
          </a:pPr>
          <a:r>
            <a:rPr lang="en-US" sz="1800" b="1">
              <a:latin typeface="Calibri"/>
              <a:ea typeface="Calibri"/>
              <a:cs typeface="Calibri"/>
            </a:rPr>
            <a:t>Safe &amp; Offline</a:t>
          </a:r>
          <a:r>
            <a:rPr lang="en-US" sz="1800">
              <a:latin typeface="Calibri"/>
              <a:ea typeface="Calibri"/>
              <a:cs typeface="Calibri"/>
            </a:rPr>
            <a:t> - Telugu voice assistant for seniors</a:t>
          </a:r>
        </a:p>
      </dgm:t>
    </dgm:pt>
    <dgm:pt modelId="{5C76811D-43D6-4BA2-8828-02C4CF7FC4A0}" type="parTrans" cxnId="{8107DB79-A3B2-4C09-A718-BE5F301E8A41}">
      <dgm:prSet/>
      <dgm:spPr/>
      <dgm:t>
        <a:bodyPr/>
        <a:lstStyle/>
        <a:p>
          <a:endParaRPr lang="en-US"/>
        </a:p>
      </dgm:t>
    </dgm:pt>
    <dgm:pt modelId="{1DED7915-6DEA-4CD5-BD67-51D6B21EEC99}" type="sibTrans" cxnId="{8107DB79-A3B2-4C09-A718-BE5F301E8A41}">
      <dgm:prSet/>
      <dgm:spPr/>
      <dgm:t>
        <a:bodyPr/>
        <a:lstStyle/>
        <a:p>
          <a:endParaRPr lang="en-US"/>
        </a:p>
      </dgm:t>
    </dgm:pt>
    <dgm:pt modelId="{66F1284C-A37D-4EC7-AB3B-316423D3F806}">
      <dgm:prSet/>
      <dgm:spPr/>
      <dgm:t>
        <a:bodyPr/>
        <a:lstStyle/>
        <a:p>
          <a:pPr>
            <a:lnSpc>
              <a:spcPct val="100000"/>
            </a:lnSpc>
            <a:defRPr cap="all"/>
          </a:pPr>
          <a:r>
            <a:rPr lang="en-US" sz="1800" b="1">
              <a:latin typeface="Calibri"/>
              <a:ea typeface="Calibri"/>
              <a:cs typeface="Calibri"/>
            </a:rPr>
            <a:t>Medicine &amp; Appointment Reminders</a:t>
          </a:r>
          <a:r>
            <a:rPr lang="en-US" sz="1800">
              <a:latin typeface="Calibri"/>
              <a:ea typeface="Calibri"/>
              <a:cs typeface="Calibri"/>
            </a:rPr>
            <a:t> – Automated alerts</a:t>
          </a:r>
        </a:p>
      </dgm:t>
    </dgm:pt>
    <dgm:pt modelId="{A707A6B5-69D5-4034-A1D4-67FD633B5623}" type="parTrans" cxnId="{16F129A4-F8C1-4711-920B-C5AE4770036C}">
      <dgm:prSet/>
      <dgm:spPr/>
      <dgm:t>
        <a:bodyPr/>
        <a:lstStyle/>
        <a:p>
          <a:endParaRPr lang="en-US"/>
        </a:p>
      </dgm:t>
    </dgm:pt>
    <dgm:pt modelId="{D06DC06C-F602-4099-B082-672566B81329}" type="sibTrans" cxnId="{16F129A4-F8C1-4711-920B-C5AE4770036C}">
      <dgm:prSet/>
      <dgm:spPr/>
      <dgm:t>
        <a:bodyPr/>
        <a:lstStyle/>
        <a:p>
          <a:endParaRPr lang="en-US"/>
        </a:p>
      </dgm:t>
    </dgm:pt>
    <dgm:pt modelId="{5D6E2C19-C74B-4BB7-A4BF-E6CBBC9AE20A}">
      <dgm:prSet/>
      <dgm:spPr/>
      <dgm:t>
        <a:bodyPr/>
        <a:lstStyle/>
        <a:p>
          <a:pPr>
            <a:lnSpc>
              <a:spcPct val="100000"/>
            </a:lnSpc>
            <a:defRPr cap="all"/>
          </a:pPr>
          <a:r>
            <a:rPr lang="en-US" sz="1800" b="1">
              <a:latin typeface="Calibri"/>
              <a:ea typeface="Calibri"/>
              <a:cs typeface="Calibri"/>
            </a:rPr>
            <a:t>Emergency Alerts</a:t>
          </a:r>
          <a:r>
            <a:rPr lang="en-US" sz="1800">
              <a:latin typeface="Calibri"/>
              <a:ea typeface="Calibri"/>
              <a:cs typeface="Calibri"/>
            </a:rPr>
            <a:t> – GSM calls &amp; SMS to caregivers</a:t>
          </a:r>
        </a:p>
      </dgm:t>
    </dgm:pt>
    <dgm:pt modelId="{5708E923-407E-4F88-A01F-D6D172D9E660}" type="parTrans" cxnId="{3FFE1B6F-E3DE-455D-8D8A-ED16B6C555C9}">
      <dgm:prSet/>
      <dgm:spPr/>
      <dgm:t>
        <a:bodyPr/>
        <a:lstStyle/>
        <a:p>
          <a:endParaRPr lang="en-US"/>
        </a:p>
      </dgm:t>
    </dgm:pt>
    <dgm:pt modelId="{1491E3F5-1EEA-4BAF-B3D8-21F61D9FF016}" type="sibTrans" cxnId="{3FFE1B6F-E3DE-455D-8D8A-ED16B6C555C9}">
      <dgm:prSet/>
      <dgm:spPr/>
      <dgm:t>
        <a:bodyPr/>
        <a:lstStyle/>
        <a:p>
          <a:endParaRPr lang="en-US"/>
        </a:p>
      </dgm:t>
    </dgm:pt>
    <dgm:pt modelId="{DF98F10E-620F-434C-930C-E99D4642DCDE}">
      <dgm:prSet/>
      <dgm:spPr/>
      <dgm:t>
        <a:bodyPr/>
        <a:lstStyle/>
        <a:p>
          <a:pPr>
            <a:lnSpc>
              <a:spcPct val="100000"/>
            </a:lnSpc>
            <a:defRPr cap="all"/>
          </a:pPr>
          <a:r>
            <a:rPr lang="en-US" sz="1800" b="1">
              <a:latin typeface="Calibri"/>
              <a:ea typeface="Calibri"/>
              <a:cs typeface="Calibri"/>
            </a:rPr>
            <a:t>Smart Home Control &amp; Companionship</a:t>
          </a:r>
          <a:r>
            <a:rPr lang="en-US" sz="1800">
              <a:latin typeface="Calibri"/>
              <a:ea typeface="Calibri"/>
              <a:cs typeface="Calibri"/>
            </a:rPr>
            <a:t> – Voice based interaction</a:t>
          </a:r>
        </a:p>
      </dgm:t>
    </dgm:pt>
    <dgm:pt modelId="{50C1263E-2B74-472D-8E05-218AAF6F9412}" type="parTrans" cxnId="{64173F52-A17B-4A42-8458-A01FD517D2F8}">
      <dgm:prSet/>
      <dgm:spPr/>
      <dgm:t>
        <a:bodyPr/>
        <a:lstStyle/>
        <a:p>
          <a:endParaRPr lang="en-US"/>
        </a:p>
      </dgm:t>
    </dgm:pt>
    <dgm:pt modelId="{43179F30-BED8-45E1-99BF-319607903ACA}" type="sibTrans" cxnId="{64173F52-A17B-4A42-8458-A01FD517D2F8}">
      <dgm:prSet/>
      <dgm:spPr/>
      <dgm:t>
        <a:bodyPr/>
        <a:lstStyle/>
        <a:p>
          <a:endParaRPr lang="en-US"/>
        </a:p>
      </dgm:t>
    </dgm:pt>
    <dgm:pt modelId="{6EADB2FD-F863-47DA-B1BE-4511357F2DC7}">
      <dgm:prSet/>
      <dgm:spPr/>
      <dgm:t>
        <a:bodyPr/>
        <a:lstStyle/>
        <a:p>
          <a:pPr>
            <a:lnSpc>
              <a:spcPct val="100000"/>
            </a:lnSpc>
            <a:defRPr cap="all"/>
          </a:pPr>
          <a:r>
            <a:rPr lang="en-US" sz="1800" b="1">
              <a:latin typeface="Calibri"/>
              <a:ea typeface="Calibri"/>
              <a:cs typeface="Calibri"/>
            </a:rPr>
            <a:t>Portable &amp; Privacy-Friendly</a:t>
          </a:r>
          <a:r>
            <a:rPr lang="en-US" sz="1800">
              <a:latin typeface="Calibri"/>
              <a:ea typeface="Calibri"/>
              <a:cs typeface="Calibri"/>
            </a:rPr>
            <a:t> – Expandable design for future sensors</a:t>
          </a:r>
        </a:p>
      </dgm:t>
    </dgm:pt>
    <dgm:pt modelId="{E109F19C-4308-45DE-BC22-081964EA4882}" type="parTrans" cxnId="{A2F1B66C-7EE9-461C-9FE2-9B3E23BF08A2}">
      <dgm:prSet/>
      <dgm:spPr/>
      <dgm:t>
        <a:bodyPr/>
        <a:lstStyle/>
        <a:p>
          <a:endParaRPr lang="en-US"/>
        </a:p>
      </dgm:t>
    </dgm:pt>
    <dgm:pt modelId="{5CCAA4DA-6982-45B2-A5D9-694E2E69CD84}" type="sibTrans" cxnId="{A2F1B66C-7EE9-461C-9FE2-9B3E23BF08A2}">
      <dgm:prSet/>
      <dgm:spPr/>
      <dgm:t>
        <a:bodyPr/>
        <a:lstStyle/>
        <a:p>
          <a:endParaRPr lang="en-US"/>
        </a:p>
      </dgm:t>
    </dgm:pt>
    <dgm:pt modelId="{4AE08ED2-794B-431D-83DC-3D75AAD4EC49}" type="pres">
      <dgm:prSet presAssocID="{372F4EC2-4319-44D3-B3D2-9884B9DA6DE2}" presName="root" presStyleCnt="0">
        <dgm:presLayoutVars>
          <dgm:dir/>
          <dgm:resizeHandles val="exact"/>
        </dgm:presLayoutVars>
      </dgm:prSet>
      <dgm:spPr/>
    </dgm:pt>
    <dgm:pt modelId="{4A63BA37-665B-488C-863F-9BD3A8D6AC1E}" type="pres">
      <dgm:prSet presAssocID="{225B6171-7A80-4683-9FCF-99F2AE019F4B}" presName="compNode" presStyleCnt="0"/>
      <dgm:spPr/>
    </dgm:pt>
    <dgm:pt modelId="{499752CD-A027-4E40-AEEB-D3731F2A3673}" type="pres">
      <dgm:prSet presAssocID="{225B6171-7A80-4683-9FCF-99F2AE019F4B}" presName="iconBgRect" presStyleLbl="bgShp" presStyleIdx="0" presStyleCnt="5"/>
      <dgm:spPr/>
    </dgm:pt>
    <dgm:pt modelId="{6C6CB85B-5F68-4136-A14F-A0617E89E507}" type="pres">
      <dgm:prSet presAssocID="{225B6171-7A80-4683-9FCF-99F2AE019F4B}"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Subtitles"/>
        </a:ext>
      </dgm:extLst>
    </dgm:pt>
    <dgm:pt modelId="{B3F9A463-185C-4798-840E-2426D2A07949}" type="pres">
      <dgm:prSet presAssocID="{225B6171-7A80-4683-9FCF-99F2AE019F4B}" presName="spaceRect" presStyleCnt="0"/>
      <dgm:spPr/>
    </dgm:pt>
    <dgm:pt modelId="{AA2AEA5B-952D-41E9-A474-27480A4EA8E8}" type="pres">
      <dgm:prSet presAssocID="{225B6171-7A80-4683-9FCF-99F2AE019F4B}" presName="textRect" presStyleLbl="revTx" presStyleIdx="0" presStyleCnt="5">
        <dgm:presLayoutVars>
          <dgm:chMax val="1"/>
          <dgm:chPref val="1"/>
        </dgm:presLayoutVars>
      </dgm:prSet>
      <dgm:spPr/>
    </dgm:pt>
    <dgm:pt modelId="{BA171401-DA01-466F-BDEC-60B278AEC083}" type="pres">
      <dgm:prSet presAssocID="{1DED7915-6DEA-4CD5-BD67-51D6B21EEC99}" presName="sibTrans" presStyleCnt="0"/>
      <dgm:spPr/>
    </dgm:pt>
    <dgm:pt modelId="{ED48E137-E28D-4015-84ED-80E7EA05A731}" type="pres">
      <dgm:prSet presAssocID="{66F1284C-A37D-4EC7-AB3B-316423D3F806}" presName="compNode" presStyleCnt="0"/>
      <dgm:spPr/>
    </dgm:pt>
    <dgm:pt modelId="{A086AD68-8BA3-4249-AFDF-64BD42A02F15}" type="pres">
      <dgm:prSet presAssocID="{66F1284C-A37D-4EC7-AB3B-316423D3F806}" presName="iconBgRect" presStyleLbl="bgShp" presStyleIdx="1" presStyleCnt="5"/>
      <dgm:spPr/>
    </dgm:pt>
    <dgm:pt modelId="{DA2DA3DA-231A-4DF5-AA2E-362329006100}" type="pres">
      <dgm:prSet presAssocID="{66F1284C-A37D-4EC7-AB3B-316423D3F806}"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ell"/>
        </a:ext>
      </dgm:extLst>
    </dgm:pt>
    <dgm:pt modelId="{FFC47B23-4DB3-4961-B16A-AD1C5FA866EA}" type="pres">
      <dgm:prSet presAssocID="{66F1284C-A37D-4EC7-AB3B-316423D3F806}" presName="spaceRect" presStyleCnt="0"/>
      <dgm:spPr/>
    </dgm:pt>
    <dgm:pt modelId="{2E107964-53B3-43DB-9AD7-EC10E4E34C9B}" type="pres">
      <dgm:prSet presAssocID="{66F1284C-A37D-4EC7-AB3B-316423D3F806}" presName="textRect" presStyleLbl="revTx" presStyleIdx="1" presStyleCnt="5">
        <dgm:presLayoutVars>
          <dgm:chMax val="1"/>
          <dgm:chPref val="1"/>
        </dgm:presLayoutVars>
      </dgm:prSet>
      <dgm:spPr/>
    </dgm:pt>
    <dgm:pt modelId="{5116066D-B33B-4A02-B570-DDF911FE75C9}" type="pres">
      <dgm:prSet presAssocID="{D06DC06C-F602-4099-B082-672566B81329}" presName="sibTrans" presStyleCnt="0"/>
      <dgm:spPr/>
    </dgm:pt>
    <dgm:pt modelId="{AB8CC060-68B3-49CD-804A-6BE076EE2640}" type="pres">
      <dgm:prSet presAssocID="{5D6E2C19-C74B-4BB7-A4BF-E6CBBC9AE20A}" presName="compNode" presStyleCnt="0"/>
      <dgm:spPr/>
    </dgm:pt>
    <dgm:pt modelId="{B824DB64-EC82-42CC-B957-65C7A9E59FDF}" type="pres">
      <dgm:prSet presAssocID="{5D6E2C19-C74B-4BB7-A4BF-E6CBBC9AE20A}" presName="iconBgRect" presStyleLbl="bgShp" presStyleIdx="2" presStyleCnt="5"/>
      <dgm:spPr/>
    </dgm:pt>
    <dgm:pt modelId="{3F61187B-1E43-4BC0-8015-B324B40DF856}" type="pres">
      <dgm:prSet presAssocID="{5D6E2C19-C74B-4BB7-A4BF-E6CBBC9AE20A}"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Speaker Phone"/>
        </a:ext>
      </dgm:extLst>
    </dgm:pt>
    <dgm:pt modelId="{7CBB915C-DC9D-44E5-87C4-615C0B0D5083}" type="pres">
      <dgm:prSet presAssocID="{5D6E2C19-C74B-4BB7-A4BF-E6CBBC9AE20A}" presName="spaceRect" presStyleCnt="0"/>
      <dgm:spPr/>
    </dgm:pt>
    <dgm:pt modelId="{4474C2D7-4231-4D0E-87C7-93F10BD365A1}" type="pres">
      <dgm:prSet presAssocID="{5D6E2C19-C74B-4BB7-A4BF-E6CBBC9AE20A}" presName="textRect" presStyleLbl="revTx" presStyleIdx="2" presStyleCnt="5">
        <dgm:presLayoutVars>
          <dgm:chMax val="1"/>
          <dgm:chPref val="1"/>
        </dgm:presLayoutVars>
      </dgm:prSet>
      <dgm:spPr/>
    </dgm:pt>
    <dgm:pt modelId="{4FFD6397-5828-4690-BFD0-31661CD52A42}" type="pres">
      <dgm:prSet presAssocID="{1491E3F5-1EEA-4BAF-B3D8-21F61D9FF016}" presName="sibTrans" presStyleCnt="0"/>
      <dgm:spPr/>
    </dgm:pt>
    <dgm:pt modelId="{798BBC29-7E40-492B-9AB3-5B46ADBA6115}" type="pres">
      <dgm:prSet presAssocID="{DF98F10E-620F-434C-930C-E99D4642DCDE}" presName="compNode" presStyleCnt="0"/>
      <dgm:spPr/>
    </dgm:pt>
    <dgm:pt modelId="{B4D0DD88-3E45-49AC-974B-DC943033C8CE}" type="pres">
      <dgm:prSet presAssocID="{DF98F10E-620F-434C-930C-E99D4642DCDE}" presName="iconBgRect" presStyleLbl="bgShp" presStyleIdx="3" presStyleCnt="5"/>
      <dgm:spPr/>
    </dgm:pt>
    <dgm:pt modelId="{A66BB970-3190-4D06-8CEB-B2ED81AC3835}" type="pres">
      <dgm:prSet presAssocID="{DF98F10E-620F-434C-930C-E99D4642DCDE}"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uburban scene"/>
        </a:ext>
      </dgm:extLst>
    </dgm:pt>
    <dgm:pt modelId="{FA8E5E34-BC09-4EAC-9960-1E5B9573E766}" type="pres">
      <dgm:prSet presAssocID="{DF98F10E-620F-434C-930C-E99D4642DCDE}" presName="spaceRect" presStyleCnt="0"/>
      <dgm:spPr/>
    </dgm:pt>
    <dgm:pt modelId="{392D94E0-EE9C-4872-AF3D-D061723E958F}" type="pres">
      <dgm:prSet presAssocID="{DF98F10E-620F-434C-930C-E99D4642DCDE}" presName="textRect" presStyleLbl="revTx" presStyleIdx="3" presStyleCnt="5">
        <dgm:presLayoutVars>
          <dgm:chMax val="1"/>
          <dgm:chPref val="1"/>
        </dgm:presLayoutVars>
      </dgm:prSet>
      <dgm:spPr/>
    </dgm:pt>
    <dgm:pt modelId="{055124D0-DCC7-48CA-87EB-90E4001DA068}" type="pres">
      <dgm:prSet presAssocID="{43179F30-BED8-45E1-99BF-319607903ACA}" presName="sibTrans" presStyleCnt="0"/>
      <dgm:spPr/>
    </dgm:pt>
    <dgm:pt modelId="{F4667971-2810-40EF-8B33-57D0E8688C58}" type="pres">
      <dgm:prSet presAssocID="{6EADB2FD-F863-47DA-B1BE-4511357F2DC7}" presName="compNode" presStyleCnt="0"/>
      <dgm:spPr/>
    </dgm:pt>
    <dgm:pt modelId="{827B4576-734C-422E-9F2D-019632FFC138}" type="pres">
      <dgm:prSet presAssocID="{6EADB2FD-F863-47DA-B1BE-4511357F2DC7}" presName="iconBgRect" presStyleLbl="bgShp" presStyleIdx="4" presStyleCnt="5"/>
      <dgm:spPr/>
    </dgm:pt>
    <dgm:pt modelId="{69B3F80F-3C31-49A5-81F1-235D2F0474A5}" type="pres">
      <dgm:prSet presAssocID="{6EADB2FD-F863-47DA-B1BE-4511357F2DC7}"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Processor"/>
        </a:ext>
      </dgm:extLst>
    </dgm:pt>
    <dgm:pt modelId="{A240B501-1D8D-47D8-9086-1ABE4129E6AD}" type="pres">
      <dgm:prSet presAssocID="{6EADB2FD-F863-47DA-B1BE-4511357F2DC7}" presName="spaceRect" presStyleCnt="0"/>
      <dgm:spPr/>
    </dgm:pt>
    <dgm:pt modelId="{BC7AB5D9-B301-47D7-B23F-08B8A2ABA7FA}" type="pres">
      <dgm:prSet presAssocID="{6EADB2FD-F863-47DA-B1BE-4511357F2DC7}" presName="textRect" presStyleLbl="revTx" presStyleIdx="4" presStyleCnt="5">
        <dgm:presLayoutVars>
          <dgm:chMax val="1"/>
          <dgm:chPref val="1"/>
        </dgm:presLayoutVars>
      </dgm:prSet>
      <dgm:spPr/>
    </dgm:pt>
  </dgm:ptLst>
  <dgm:cxnLst>
    <dgm:cxn modelId="{33A71708-D9E3-488B-B769-58A6803309F6}" type="presOf" srcId="{5D6E2C19-C74B-4BB7-A4BF-E6CBBC9AE20A}" destId="{4474C2D7-4231-4D0E-87C7-93F10BD365A1}" srcOrd="0" destOrd="0" presId="urn:microsoft.com/office/officeart/2018/5/layout/IconCircleLabelList"/>
    <dgm:cxn modelId="{8A09765E-0A0D-4FF6-85B3-4FD22046D7CC}" type="presOf" srcId="{66F1284C-A37D-4EC7-AB3B-316423D3F806}" destId="{2E107964-53B3-43DB-9AD7-EC10E4E34C9B}" srcOrd="0" destOrd="0" presId="urn:microsoft.com/office/officeart/2018/5/layout/IconCircleLabelList"/>
    <dgm:cxn modelId="{A2F1B66C-7EE9-461C-9FE2-9B3E23BF08A2}" srcId="{372F4EC2-4319-44D3-B3D2-9884B9DA6DE2}" destId="{6EADB2FD-F863-47DA-B1BE-4511357F2DC7}" srcOrd="4" destOrd="0" parTransId="{E109F19C-4308-45DE-BC22-081964EA4882}" sibTransId="{5CCAA4DA-6982-45B2-A5D9-694E2E69CD84}"/>
    <dgm:cxn modelId="{7828136E-8A89-4BC9-BB87-BCD7BAF9EA3D}" type="presOf" srcId="{225B6171-7A80-4683-9FCF-99F2AE019F4B}" destId="{AA2AEA5B-952D-41E9-A474-27480A4EA8E8}" srcOrd="0" destOrd="0" presId="urn:microsoft.com/office/officeart/2018/5/layout/IconCircleLabelList"/>
    <dgm:cxn modelId="{3FFE1B6F-E3DE-455D-8D8A-ED16B6C555C9}" srcId="{372F4EC2-4319-44D3-B3D2-9884B9DA6DE2}" destId="{5D6E2C19-C74B-4BB7-A4BF-E6CBBC9AE20A}" srcOrd="2" destOrd="0" parTransId="{5708E923-407E-4F88-A01F-D6D172D9E660}" sibTransId="{1491E3F5-1EEA-4BAF-B3D8-21F61D9FF016}"/>
    <dgm:cxn modelId="{64173F52-A17B-4A42-8458-A01FD517D2F8}" srcId="{372F4EC2-4319-44D3-B3D2-9884B9DA6DE2}" destId="{DF98F10E-620F-434C-930C-E99D4642DCDE}" srcOrd="3" destOrd="0" parTransId="{50C1263E-2B74-472D-8E05-218AAF6F9412}" sibTransId="{43179F30-BED8-45E1-99BF-319607903ACA}"/>
    <dgm:cxn modelId="{B8064972-D6FB-4B64-B2D1-DCD4AEEC4100}" type="presOf" srcId="{DF98F10E-620F-434C-930C-E99D4642DCDE}" destId="{392D94E0-EE9C-4872-AF3D-D061723E958F}" srcOrd="0" destOrd="0" presId="urn:microsoft.com/office/officeart/2018/5/layout/IconCircleLabelList"/>
    <dgm:cxn modelId="{8107DB79-A3B2-4C09-A718-BE5F301E8A41}" srcId="{372F4EC2-4319-44D3-B3D2-9884B9DA6DE2}" destId="{225B6171-7A80-4683-9FCF-99F2AE019F4B}" srcOrd="0" destOrd="0" parTransId="{5C76811D-43D6-4BA2-8828-02C4CF7FC4A0}" sibTransId="{1DED7915-6DEA-4CD5-BD67-51D6B21EEC99}"/>
    <dgm:cxn modelId="{BF3D568E-25D8-47A6-8096-BEEC057DBC0D}" type="presOf" srcId="{372F4EC2-4319-44D3-B3D2-9884B9DA6DE2}" destId="{4AE08ED2-794B-431D-83DC-3D75AAD4EC49}" srcOrd="0" destOrd="0" presId="urn:microsoft.com/office/officeart/2018/5/layout/IconCircleLabelList"/>
    <dgm:cxn modelId="{BF7FEB9F-E1D4-428F-8E00-7354EA281F2A}" type="presOf" srcId="{6EADB2FD-F863-47DA-B1BE-4511357F2DC7}" destId="{BC7AB5D9-B301-47D7-B23F-08B8A2ABA7FA}" srcOrd="0" destOrd="0" presId="urn:microsoft.com/office/officeart/2018/5/layout/IconCircleLabelList"/>
    <dgm:cxn modelId="{16F129A4-F8C1-4711-920B-C5AE4770036C}" srcId="{372F4EC2-4319-44D3-B3D2-9884B9DA6DE2}" destId="{66F1284C-A37D-4EC7-AB3B-316423D3F806}" srcOrd="1" destOrd="0" parTransId="{A707A6B5-69D5-4034-A1D4-67FD633B5623}" sibTransId="{D06DC06C-F602-4099-B082-672566B81329}"/>
    <dgm:cxn modelId="{49D20551-323A-41C7-B1B4-A5489852DE36}" type="presParOf" srcId="{4AE08ED2-794B-431D-83DC-3D75AAD4EC49}" destId="{4A63BA37-665B-488C-863F-9BD3A8D6AC1E}" srcOrd="0" destOrd="0" presId="urn:microsoft.com/office/officeart/2018/5/layout/IconCircleLabelList"/>
    <dgm:cxn modelId="{6496538C-CC0F-44DD-B783-08D00F93D2DE}" type="presParOf" srcId="{4A63BA37-665B-488C-863F-9BD3A8D6AC1E}" destId="{499752CD-A027-4E40-AEEB-D3731F2A3673}" srcOrd="0" destOrd="0" presId="urn:microsoft.com/office/officeart/2018/5/layout/IconCircleLabelList"/>
    <dgm:cxn modelId="{BC064C20-F78C-48A5-8077-27504FB0D630}" type="presParOf" srcId="{4A63BA37-665B-488C-863F-9BD3A8D6AC1E}" destId="{6C6CB85B-5F68-4136-A14F-A0617E89E507}" srcOrd="1" destOrd="0" presId="urn:microsoft.com/office/officeart/2018/5/layout/IconCircleLabelList"/>
    <dgm:cxn modelId="{7B5B8F1C-A2C4-44E7-B1C1-3303EE8C4B46}" type="presParOf" srcId="{4A63BA37-665B-488C-863F-9BD3A8D6AC1E}" destId="{B3F9A463-185C-4798-840E-2426D2A07949}" srcOrd="2" destOrd="0" presId="urn:microsoft.com/office/officeart/2018/5/layout/IconCircleLabelList"/>
    <dgm:cxn modelId="{D4948226-17A5-4B6E-87C6-DB43FA96D1B7}" type="presParOf" srcId="{4A63BA37-665B-488C-863F-9BD3A8D6AC1E}" destId="{AA2AEA5B-952D-41E9-A474-27480A4EA8E8}" srcOrd="3" destOrd="0" presId="urn:microsoft.com/office/officeart/2018/5/layout/IconCircleLabelList"/>
    <dgm:cxn modelId="{B372FB01-1A4E-442C-9A68-697BF217F645}" type="presParOf" srcId="{4AE08ED2-794B-431D-83DC-3D75AAD4EC49}" destId="{BA171401-DA01-466F-BDEC-60B278AEC083}" srcOrd="1" destOrd="0" presId="urn:microsoft.com/office/officeart/2018/5/layout/IconCircleLabelList"/>
    <dgm:cxn modelId="{69CBC869-98E4-4CE1-91F0-36D04C372550}" type="presParOf" srcId="{4AE08ED2-794B-431D-83DC-3D75AAD4EC49}" destId="{ED48E137-E28D-4015-84ED-80E7EA05A731}" srcOrd="2" destOrd="0" presId="urn:microsoft.com/office/officeart/2018/5/layout/IconCircleLabelList"/>
    <dgm:cxn modelId="{7809BD70-F1A7-4278-8B88-3D9BC7C0D170}" type="presParOf" srcId="{ED48E137-E28D-4015-84ED-80E7EA05A731}" destId="{A086AD68-8BA3-4249-AFDF-64BD42A02F15}" srcOrd="0" destOrd="0" presId="urn:microsoft.com/office/officeart/2018/5/layout/IconCircleLabelList"/>
    <dgm:cxn modelId="{3A41103E-F3E2-4980-AD23-B464DE6F2E16}" type="presParOf" srcId="{ED48E137-E28D-4015-84ED-80E7EA05A731}" destId="{DA2DA3DA-231A-4DF5-AA2E-362329006100}" srcOrd="1" destOrd="0" presId="urn:microsoft.com/office/officeart/2018/5/layout/IconCircleLabelList"/>
    <dgm:cxn modelId="{55C11B00-4B72-4BF3-8680-FF22ADB13433}" type="presParOf" srcId="{ED48E137-E28D-4015-84ED-80E7EA05A731}" destId="{FFC47B23-4DB3-4961-B16A-AD1C5FA866EA}" srcOrd="2" destOrd="0" presId="urn:microsoft.com/office/officeart/2018/5/layout/IconCircleLabelList"/>
    <dgm:cxn modelId="{15C17F31-2B09-42D7-943E-8FEFEAB50C4E}" type="presParOf" srcId="{ED48E137-E28D-4015-84ED-80E7EA05A731}" destId="{2E107964-53B3-43DB-9AD7-EC10E4E34C9B}" srcOrd="3" destOrd="0" presId="urn:microsoft.com/office/officeart/2018/5/layout/IconCircleLabelList"/>
    <dgm:cxn modelId="{8669AE99-6B27-44B8-A0AC-ACB2EDD7A02C}" type="presParOf" srcId="{4AE08ED2-794B-431D-83DC-3D75AAD4EC49}" destId="{5116066D-B33B-4A02-B570-DDF911FE75C9}" srcOrd="3" destOrd="0" presId="urn:microsoft.com/office/officeart/2018/5/layout/IconCircleLabelList"/>
    <dgm:cxn modelId="{F667D44E-91E0-4E5A-9783-578A5EC4202F}" type="presParOf" srcId="{4AE08ED2-794B-431D-83DC-3D75AAD4EC49}" destId="{AB8CC060-68B3-49CD-804A-6BE076EE2640}" srcOrd="4" destOrd="0" presId="urn:microsoft.com/office/officeart/2018/5/layout/IconCircleLabelList"/>
    <dgm:cxn modelId="{5770C84A-0281-434B-8A72-D975BB384AE2}" type="presParOf" srcId="{AB8CC060-68B3-49CD-804A-6BE076EE2640}" destId="{B824DB64-EC82-42CC-B957-65C7A9E59FDF}" srcOrd="0" destOrd="0" presId="urn:microsoft.com/office/officeart/2018/5/layout/IconCircleLabelList"/>
    <dgm:cxn modelId="{49AC04CE-C837-4941-854F-D6A0A01926CA}" type="presParOf" srcId="{AB8CC060-68B3-49CD-804A-6BE076EE2640}" destId="{3F61187B-1E43-4BC0-8015-B324B40DF856}" srcOrd="1" destOrd="0" presId="urn:microsoft.com/office/officeart/2018/5/layout/IconCircleLabelList"/>
    <dgm:cxn modelId="{96F8563F-E4C6-445E-A932-111C0CDC7B64}" type="presParOf" srcId="{AB8CC060-68B3-49CD-804A-6BE076EE2640}" destId="{7CBB915C-DC9D-44E5-87C4-615C0B0D5083}" srcOrd="2" destOrd="0" presId="urn:microsoft.com/office/officeart/2018/5/layout/IconCircleLabelList"/>
    <dgm:cxn modelId="{774CFF0B-832B-4D41-9295-4E6BB00B457D}" type="presParOf" srcId="{AB8CC060-68B3-49CD-804A-6BE076EE2640}" destId="{4474C2D7-4231-4D0E-87C7-93F10BD365A1}" srcOrd="3" destOrd="0" presId="urn:microsoft.com/office/officeart/2018/5/layout/IconCircleLabelList"/>
    <dgm:cxn modelId="{EAAB76F0-AE9F-474C-8619-94C12FF1334D}" type="presParOf" srcId="{4AE08ED2-794B-431D-83DC-3D75AAD4EC49}" destId="{4FFD6397-5828-4690-BFD0-31661CD52A42}" srcOrd="5" destOrd="0" presId="urn:microsoft.com/office/officeart/2018/5/layout/IconCircleLabelList"/>
    <dgm:cxn modelId="{9FDF50C5-305B-4336-9E86-1D138B811752}" type="presParOf" srcId="{4AE08ED2-794B-431D-83DC-3D75AAD4EC49}" destId="{798BBC29-7E40-492B-9AB3-5B46ADBA6115}" srcOrd="6" destOrd="0" presId="urn:microsoft.com/office/officeart/2018/5/layout/IconCircleLabelList"/>
    <dgm:cxn modelId="{3554DBD8-E8E1-4812-83B3-14C5D75EA8B8}" type="presParOf" srcId="{798BBC29-7E40-492B-9AB3-5B46ADBA6115}" destId="{B4D0DD88-3E45-49AC-974B-DC943033C8CE}" srcOrd="0" destOrd="0" presId="urn:microsoft.com/office/officeart/2018/5/layout/IconCircleLabelList"/>
    <dgm:cxn modelId="{832E7099-54F6-4D11-A210-864480869821}" type="presParOf" srcId="{798BBC29-7E40-492B-9AB3-5B46ADBA6115}" destId="{A66BB970-3190-4D06-8CEB-B2ED81AC3835}" srcOrd="1" destOrd="0" presId="urn:microsoft.com/office/officeart/2018/5/layout/IconCircleLabelList"/>
    <dgm:cxn modelId="{DBA592AE-D177-4A50-9984-F21259C1C99F}" type="presParOf" srcId="{798BBC29-7E40-492B-9AB3-5B46ADBA6115}" destId="{FA8E5E34-BC09-4EAC-9960-1E5B9573E766}" srcOrd="2" destOrd="0" presId="urn:microsoft.com/office/officeart/2018/5/layout/IconCircleLabelList"/>
    <dgm:cxn modelId="{B69F5532-49AC-45A5-B73B-A03D8739E8EF}" type="presParOf" srcId="{798BBC29-7E40-492B-9AB3-5B46ADBA6115}" destId="{392D94E0-EE9C-4872-AF3D-D061723E958F}" srcOrd="3" destOrd="0" presId="urn:microsoft.com/office/officeart/2018/5/layout/IconCircleLabelList"/>
    <dgm:cxn modelId="{05C0CEA0-5B92-43F2-B20E-5A6DA13F350D}" type="presParOf" srcId="{4AE08ED2-794B-431D-83DC-3D75AAD4EC49}" destId="{055124D0-DCC7-48CA-87EB-90E4001DA068}" srcOrd="7" destOrd="0" presId="urn:microsoft.com/office/officeart/2018/5/layout/IconCircleLabelList"/>
    <dgm:cxn modelId="{AC70CB3D-1E78-43A1-8E44-4C865AC7A5F9}" type="presParOf" srcId="{4AE08ED2-794B-431D-83DC-3D75AAD4EC49}" destId="{F4667971-2810-40EF-8B33-57D0E8688C58}" srcOrd="8" destOrd="0" presId="urn:microsoft.com/office/officeart/2018/5/layout/IconCircleLabelList"/>
    <dgm:cxn modelId="{CAC838B4-1C51-4FF1-9274-038A1758404A}" type="presParOf" srcId="{F4667971-2810-40EF-8B33-57D0E8688C58}" destId="{827B4576-734C-422E-9F2D-019632FFC138}" srcOrd="0" destOrd="0" presId="urn:microsoft.com/office/officeart/2018/5/layout/IconCircleLabelList"/>
    <dgm:cxn modelId="{412BE496-9B12-43F0-84EB-D0959DA86B46}" type="presParOf" srcId="{F4667971-2810-40EF-8B33-57D0E8688C58}" destId="{69B3F80F-3C31-49A5-81F1-235D2F0474A5}" srcOrd="1" destOrd="0" presId="urn:microsoft.com/office/officeart/2018/5/layout/IconCircleLabelList"/>
    <dgm:cxn modelId="{9A379D82-0475-418A-9747-68F483A8DBE9}" type="presParOf" srcId="{F4667971-2810-40EF-8B33-57D0E8688C58}" destId="{A240B501-1D8D-47D8-9086-1ABE4129E6AD}" srcOrd="2" destOrd="0" presId="urn:microsoft.com/office/officeart/2018/5/layout/IconCircleLabelList"/>
    <dgm:cxn modelId="{984E37DA-C479-46BB-B2CA-E8D8ECA02C7D}" type="presParOf" srcId="{F4667971-2810-40EF-8B33-57D0E8688C58}" destId="{BC7AB5D9-B301-47D7-B23F-08B8A2ABA7FA}"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1172F8-4A28-4862-A7C7-0C2FCEED7AFC}">
      <dsp:nvSpPr>
        <dsp:cNvPr id="0" name=""/>
        <dsp:cNvSpPr/>
      </dsp:nvSpPr>
      <dsp:spPr>
        <a:xfrm>
          <a:off x="0" y="2056356"/>
          <a:ext cx="10970737" cy="0"/>
        </a:xfrm>
        <a:prstGeom prst="line">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tailEnd type="triangle" w="lg" len="lg"/>
        </a:ln>
        <a:effectLst/>
      </dsp:spPr>
      <dsp:style>
        <a:lnRef idx="2">
          <a:scrgbClr r="0" g="0" b="0"/>
        </a:lnRef>
        <a:fillRef idx="1">
          <a:scrgbClr r="0" g="0" b="0"/>
        </a:fillRef>
        <a:effectRef idx="0">
          <a:scrgbClr r="0" g="0" b="0"/>
        </a:effectRef>
        <a:fontRef idx="minor"/>
      </dsp:style>
    </dsp:sp>
    <dsp:sp modelId="{F2035BAB-15EB-4504-A5E3-F420DC1491DD}">
      <dsp:nvSpPr>
        <dsp:cNvPr id="0" name=""/>
        <dsp:cNvSpPr/>
      </dsp:nvSpPr>
      <dsp:spPr>
        <a:xfrm>
          <a:off x="243359" y="2208526"/>
          <a:ext cx="3521349" cy="4647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00100">
            <a:lnSpc>
              <a:spcPct val="90000"/>
            </a:lnSpc>
            <a:spcBef>
              <a:spcPct val="0"/>
            </a:spcBef>
            <a:spcAft>
              <a:spcPct val="35000"/>
            </a:spcAft>
            <a:buNone/>
            <a:defRPr b="1"/>
          </a:pPr>
          <a:r>
            <a:rPr lang="en-GB" sz="1800" b="0" kern="1200">
              <a:latin typeface="Calibri"/>
              <a:ea typeface="Calibri"/>
              <a:cs typeface="Calibri"/>
            </a:rPr>
            <a:t>Health &amp; Safety Risks</a:t>
          </a:r>
          <a:endParaRPr lang="en-GB" sz="1800" kern="1200">
            <a:latin typeface="Calibri"/>
            <a:ea typeface="Calibri"/>
            <a:cs typeface="Calibri"/>
          </a:endParaRPr>
        </a:p>
      </dsp:txBody>
      <dsp:txXfrm>
        <a:off x="243359" y="2208526"/>
        <a:ext cx="3521349" cy="464736"/>
      </dsp:txXfrm>
    </dsp:sp>
    <dsp:sp modelId="{B0DE107D-961B-4112-83AA-02D5D64C5CF5}">
      <dsp:nvSpPr>
        <dsp:cNvPr id="0" name=""/>
        <dsp:cNvSpPr/>
      </dsp:nvSpPr>
      <dsp:spPr>
        <a:xfrm>
          <a:off x="3267" y="573723"/>
          <a:ext cx="4001533" cy="701217"/>
        </a:xfrm>
        <a:prstGeom prst="round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533400">
            <a:lnSpc>
              <a:spcPct val="90000"/>
            </a:lnSpc>
            <a:spcBef>
              <a:spcPct val="0"/>
            </a:spcBef>
            <a:spcAft>
              <a:spcPct val="35000"/>
            </a:spcAft>
            <a:buNone/>
          </a:pPr>
          <a:r>
            <a:rPr lang="en-GB" sz="1200" b="0" kern="1200">
              <a:latin typeface="Calibri"/>
              <a:ea typeface="Calibri"/>
              <a:cs typeface="Calibri"/>
            </a:rPr>
            <a:t>Missed medicines &amp; appointments</a:t>
          </a:r>
          <a:endParaRPr lang="en-GB" sz="1200" kern="1200">
            <a:latin typeface="Calibri"/>
            <a:ea typeface="Calibri"/>
            <a:cs typeface="Calibri"/>
          </a:endParaRPr>
        </a:p>
        <a:p>
          <a:pPr marL="0" lvl="0" indent="0" algn="l" defTabSz="533400">
            <a:lnSpc>
              <a:spcPct val="90000"/>
            </a:lnSpc>
            <a:spcBef>
              <a:spcPct val="0"/>
            </a:spcBef>
            <a:spcAft>
              <a:spcPct val="35000"/>
            </a:spcAft>
            <a:buNone/>
          </a:pPr>
          <a:r>
            <a:rPr lang="en-GB" sz="1200" b="0" kern="1200">
              <a:latin typeface="Calibri"/>
              <a:ea typeface="Calibri"/>
              <a:cs typeface="Calibri"/>
            </a:rPr>
            <a:t>No immediate emergency response</a:t>
          </a:r>
          <a:endParaRPr lang="en-GB" sz="1200" kern="1200">
            <a:latin typeface="Calibri"/>
            <a:ea typeface="Calibri"/>
            <a:cs typeface="Calibri"/>
          </a:endParaRPr>
        </a:p>
      </dsp:txBody>
      <dsp:txXfrm>
        <a:off x="37498" y="607954"/>
        <a:ext cx="3933071" cy="632755"/>
      </dsp:txXfrm>
    </dsp:sp>
    <dsp:sp modelId="{A6B32664-D73B-493A-8ED9-CC8820D089AB}">
      <dsp:nvSpPr>
        <dsp:cNvPr id="0" name=""/>
        <dsp:cNvSpPr/>
      </dsp:nvSpPr>
      <dsp:spPr>
        <a:xfrm>
          <a:off x="2004034" y="1274940"/>
          <a:ext cx="0" cy="781415"/>
        </a:xfrm>
        <a:prstGeom prst="line">
          <a:avLst/>
        </a:prstGeom>
        <a:noFill/>
        <a:ln w="1270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392FC83A-1D49-42E1-A4BA-C775A2A2FAD2}">
      <dsp:nvSpPr>
        <dsp:cNvPr id="0" name=""/>
        <dsp:cNvSpPr/>
      </dsp:nvSpPr>
      <dsp:spPr>
        <a:xfrm>
          <a:off x="2564249" y="1439449"/>
          <a:ext cx="3521349" cy="4647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622300">
            <a:lnSpc>
              <a:spcPct val="90000"/>
            </a:lnSpc>
            <a:spcBef>
              <a:spcPct val="0"/>
            </a:spcBef>
            <a:spcAft>
              <a:spcPct val="35000"/>
            </a:spcAft>
            <a:buNone/>
            <a:defRPr b="1"/>
          </a:pPr>
          <a:r>
            <a:rPr lang="en-GB" sz="1400" b="0" kern="1200">
              <a:latin typeface="Calibri"/>
              <a:ea typeface="Calibri"/>
              <a:cs typeface="Calibri"/>
            </a:rPr>
            <a:t>Digital Complexity</a:t>
          </a:r>
          <a:endParaRPr lang="en-GB" sz="1400" kern="1200">
            <a:latin typeface="Calibri"/>
            <a:ea typeface="Calibri"/>
            <a:cs typeface="Calibri"/>
          </a:endParaRPr>
        </a:p>
      </dsp:txBody>
      <dsp:txXfrm>
        <a:off x="2564249" y="1439449"/>
        <a:ext cx="3521349" cy="464736"/>
      </dsp:txXfrm>
    </dsp:sp>
    <dsp:sp modelId="{77DBFA22-8294-4881-A95C-588B768FDC43}">
      <dsp:nvSpPr>
        <dsp:cNvPr id="0" name=""/>
        <dsp:cNvSpPr/>
      </dsp:nvSpPr>
      <dsp:spPr>
        <a:xfrm>
          <a:off x="1973189" y="2025510"/>
          <a:ext cx="61690" cy="61690"/>
        </a:xfrm>
        <a:prstGeom prst="ellips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377C005-C301-4A1E-95D7-F000B0E691C6}">
      <dsp:nvSpPr>
        <dsp:cNvPr id="0" name=""/>
        <dsp:cNvSpPr/>
      </dsp:nvSpPr>
      <dsp:spPr>
        <a:xfrm>
          <a:off x="2324157" y="2837771"/>
          <a:ext cx="4001533" cy="701217"/>
        </a:xfrm>
        <a:prstGeom prst="round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533400">
            <a:lnSpc>
              <a:spcPct val="90000"/>
            </a:lnSpc>
            <a:spcBef>
              <a:spcPct val="0"/>
            </a:spcBef>
            <a:spcAft>
              <a:spcPct val="35000"/>
            </a:spcAft>
            <a:buNone/>
          </a:pPr>
          <a:r>
            <a:rPr lang="en-GB" sz="1200" b="0" kern="1200">
              <a:latin typeface="Calibri"/>
              <a:ea typeface="Calibri"/>
              <a:cs typeface="Calibri"/>
            </a:rPr>
            <a:t>Smartphones are difficult to </a:t>
          </a:r>
          <a:r>
            <a:rPr lang="en-GB" sz="1200" kern="1200">
              <a:latin typeface="Calibri"/>
              <a:ea typeface="Calibri"/>
              <a:cs typeface="Calibri"/>
            </a:rPr>
            <a:t>operate</a:t>
          </a:r>
        </a:p>
        <a:p>
          <a:pPr marL="0" lvl="0" indent="0" algn="l" defTabSz="533400">
            <a:lnSpc>
              <a:spcPct val="90000"/>
            </a:lnSpc>
            <a:spcBef>
              <a:spcPct val="0"/>
            </a:spcBef>
            <a:spcAft>
              <a:spcPct val="35000"/>
            </a:spcAft>
            <a:buNone/>
          </a:pPr>
          <a:r>
            <a:rPr lang="en-GB" sz="1200" b="0" kern="1200">
              <a:latin typeface="Calibri"/>
              <a:ea typeface="Calibri"/>
              <a:cs typeface="Calibri"/>
            </a:rPr>
            <a:t>Frequent updates confuse elderly users</a:t>
          </a:r>
          <a:endParaRPr lang="en-GB" sz="1200" kern="1200">
            <a:latin typeface="Calibri"/>
            <a:ea typeface="Calibri"/>
            <a:cs typeface="Calibri"/>
          </a:endParaRPr>
        </a:p>
      </dsp:txBody>
      <dsp:txXfrm>
        <a:off x="2358388" y="2872002"/>
        <a:ext cx="3933071" cy="632755"/>
      </dsp:txXfrm>
    </dsp:sp>
    <dsp:sp modelId="{AC690131-6577-42D6-8C13-4398C53B1328}">
      <dsp:nvSpPr>
        <dsp:cNvPr id="0" name=""/>
        <dsp:cNvSpPr/>
      </dsp:nvSpPr>
      <dsp:spPr>
        <a:xfrm>
          <a:off x="4324924" y="2056356"/>
          <a:ext cx="0" cy="781415"/>
        </a:xfrm>
        <a:prstGeom prst="line">
          <a:avLst/>
        </a:prstGeom>
        <a:noFill/>
        <a:ln w="1270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F65B66A1-18A5-4C03-A86F-060BEF3BA6C2}">
      <dsp:nvSpPr>
        <dsp:cNvPr id="0" name=""/>
        <dsp:cNvSpPr/>
      </dsp:nvSpPr>
      <dsp:spPr>
        <a:xfrm>
          <a:off x="4885138" y="2208526"/>
          <a:ext cx="3521349" cy="4647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622300">
            <a:lnSpc>
              <a:spcPct val="90000"/>
            </a:lnSpc>
            <a:spcBef>
              <a:spcPct val="0"/>
            </a:spcBef>
            <a:spcAft>
              <a:spcPct val="35000"/>
            </a:spcAft>
            <a:buNone/>
            <a:defRPr b="1"/>
          </a:pPr>
          <a:r>
            <a:rPr lang="en-GB" sz="1400" b="0" kern="1200">
              <a:latin typeface="Calibri"/>
              <a:ea typeface="Calibri"/>
              <a:cs typeface="Calibri"/>
            </a:rPr>
            <a:t>Connectivity Dependency</a:t>
          </a:r>
          <a:endParaRPr lang="en-GB" sz="1400" kern="1200">
            <a:latin typeface="Calibri"/>
            <a:ea typeface="Calibri"/>
            <a:cs typeface="Calibri"/>
          </a:endParaRPr>
        </a:p>
      </dsp:txBody>
      <dsp:txXfrm>
        <a:off x="4885138" y="2208526"/>
        <a:ext cx="3521349" cy="464736"/>
      </dsp:txXfrm>
    </dsp:sp>
    <dsp:sp modelId="{C5AC43C5-6436-49D2-9EFA-660E9DA99F0E}">
      <dsp:nvSpPr>
        <dsp:cNvPr id="0" name=""/>
        <dsp:cNvSpPr/>
      </dsp:nvSpPr>
      <dsp:spPr>
        <a:xfrm>
          <a:off x="4294078" y="2025510"/>
          <a:ext cx="61690" cy="61690"/>
        </a:xfrm>
        <a:prstGeom prst="ellips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EC02F7F-90E7-4D59-9CF5-88107D5D0FB5}">
      <dsp:nvSpPr>
        <dsp:cNvPr id="0" name=""/>
        <dsp:cNvSpPr/>
      </dsp:nvSpPr>
      <dsp:spPr>
        <a:xfrm>
          <a:off x="4645046" y="573723"/>
          <a:ext cx="4001533" cy="701217"/>
        </a:xfrm>
        <a:prstGeom prst="round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533400">
            <a:lnSpc>
              <a:spcPct val="90000"/>
            </a:lnSpc>
            <a:spcBef>
              <a:spcPct val="0"/>
            </a:spcBef>
            <a:spcAft>
              <a:spcPct val="35000"/>
            </a:spcAft>
            <a:buNone/>
          </a:pPr>
          <a:r>
            <a:rPr lang="en-GB" sz="1200" kern="1200">
              <a:latin typeface="Calibri"/>
              <a:ea typeface="Calibri"/>
              <a:cs typeface="Calibri"/>
            </a:rPr>
            <a:t>Smart assistants stop without Wi-Fi</a:t>
          </a:r>
        </a:p>
        <a:p>
          <a:pPr marL="0" lvl="0" indent="0" algn="l" defTabSz="533400">
            <a:lnSpc>
              <a:spcPct val="90000"/>
            </a:lnSpc>
            <a:spcBef>
              <a:spcPct val="0"/>
            </a:spcBef>
            <a:spcAft>
              <a:spcPct val="35000"/>
            </a:spcAft>
            <a:buNone/>
          </a:pPr>
          <a:r>
            <a:rPr lang="en-GB" sz="1200" kern="1200">
              <a:latin typeface="Calibri"/>
              <a:ea typeface="Calibri"/>
              <a:cs typeface="Calibri"/>
            </a:rPr>
            <a:t>Power cuts reduce reliability</a:t>
          </a:r>
        </a:p>
      </dsp:txBody>
      <dsp:txXfrm>
        <a:off x="4679277" y="607954"/>
        <a:ext cx="3933071" cy="632755"/>
      </dsp:txXfrm>
    </dsp:sp>
    <dsp:sp modelId="{652C3D7F-36C9-4F10-A676-20DE63C9D11A}">
      <dsp:nvSpPr>
        <dsp:cNvPr id="0" name=""/>
        <dsp:cNvSpPr/>
      </dsp:nvSpPr>
      <dsp:spPr>
        <a:xfrm>
          <a:off x="6645813" y="1274940"/>
          <a:ext cx="0" cy="781415"/>
        </a:xfrm>
        <a:prstGeom prst="line">
          <a:avLst/>
        </a:prstGeom>
        <a:noFill/>
        <a:ln w="1270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1F29C26D-9368-42C5-87C7-565476A72FC5}">
      <dsp:nvSpPr>
        <dsp:cNvPr id="0" name=""/>
        <dsp:cNvSpPr/>
      </dsp:nvSpPr>
      <dsp:spPr>
        <a:xfrm>
          <a:off x="7206028" y="1439449"/>
          <a:ext cx="3521349" cy="4647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622300">
            <a:lnSpc>
              <a:spcPct val="90000"/>
            </a:lnSpc>
            <a:spcBef>
              <a:spcPct val="0"/>
            </a:spcBef>
            <a:spcAft>
              <a:spcPct val="35000"/>
            </a:spcAft>
            <a:buNone/>
            <a:defRPr b="1"/>
          </a:pPr>
          <a:r>
            <a:rPr lang="en-GB" sz="1400" b="0" kern="1200">
              <a:latin typeface="Calibri"/>
              <a:ea typeface="Calibri"/>
              <a:cs typeface="Calibri"/>
            </a:rPr>
            <a:t>Language &amp; Emotional Gap</a:t>
          </a:r>
        </a:p>
      </dsp:txBody>
      <dsp:txXfrm>
        <a:off x="7206028" y="1439449"/>
        <a:ext cx="3521349" cy="464736"/>
      </dsp:txXfrm>
    </dsp:sp>
    <dsp:sp modelId="{C9AB4530-9618-4112-A5CB-73F8DED75AA7}">
      <dsp:nvSpPr>
        <dsp:cNvPr id="0" name=""/>
        <dsp:cNvSpPr/>
      </dsp:nvSpPr>
      <dsp:spPr>
        <a:xfrm>
          <a:off x="6614968" y="2025510"/>
          <a:ext cx="61690" cy="61690"/>
        </a:xfrm>
        <a:prstGeom prst="ellips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6ED1EB9-B91B-4C72-88F2-F40BD8D0847D}">
      <dsp:nvSpPr>
        <dsp:cNvPr id="0" name=""/>
        <dsp:cNvSpPr/>
      </dsp:nvSpPr>
      <dsp:spPr>
        <a:xfrm>
          <a:off x="6965936" y="2837771"/>
          <a:ext cx="4001533" cy="701217"/>
        </a:xfrm>
        <a:prstGeom prst="round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533400">
            <a:lnSpc>
              <a:spcPct val="90000"/>
            </a:lnSpc>
            <a:spcBef>
              <a:spcPct val="0"/>
            </a:spcBef>
            <a:spcAft>
              <a:spcPct val="35000"/>
            </a:spcAft>
            <a:buNone/>
          </a:pPr>
          <a:r>
            <a:rPr lang="en-GB" sz="1200" b="0" kern="1200">
              <a:latin typeface="Calibri"/>
              <a:ea typeface="Calibri"/>
              <a:cs typeface="Calibri"/>
            </a:rPr>
            <a:t>Limited regional language support</a:t>
          </a:r>
        </a:p>
        <a:p>
          <a:pPr marL="0" lvl="0" indent="0" algn="l" defTabSz="533400">
            <a:lnSpc>
              <a:spcPct val="90000"/>
            </a:lnSpc>
            <a:spcBef>
              <a:spcPct val="0"/>
            </a:spcBef>
            <a:spcAft>
              <a:spcPct val="35000"/>
            </a:spcAft>
            <a:buNone/>
          </a:pPr>
          <a:r>
            <a:rPr lang="en-GB" sz="1200" b="0" kern="1200">
              <a:latin typeface="Calibri"/>
              <a:ea typeface="Calibri"/>
              <a:cs typeface="Calibri"/>
            </a:rPr>
            <a:t>Lack of daily interaction &amp; companionship</a:t>
          </a:r>
          <a:endParaRPr lang="en-GB" sz="1200" kern="1200">
            <a:latin typeface="Calibri"/>
            <a:ea typeface="Calibri"/>
            <a:cs typeface="Calibri"/>
          </a:endParaRPr>
        </a:p>
      </dsp:txBody>
      <dsp:txXfrm>
        <a:off x="7000167" y="2872002"/>
        <a:ext cx="3933071" cy="632755"/>
      </dsp:txXfrm>
    </dsp:sp>
    <dsp:sp modelId="{E80EC380-6B77-43E7-9FC2-9E3F786F5F03}">
      <dsp:nvSpPr>
        <dsp:cNvPr id="0" name=""/>
        <dsp:cNvSpPr/>
      </dsp:nvSpPr>
      <dsp:spPr>
        <a:xfrm>
          <a:off x="8966703" y="2056356"/>
          <a:ext cx="0" cy="781415"/>
        </a:xfrm>
        <a:prstGeom prst="line">
          <a:avLst/>
        </a:prstGeom>
        <a:noFill/>
        <a:ln w="1270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EF4A1EA3-54D9-4644-B108-27DA0542C01F}">
      <dsp:nvSpPr>
        <dsp:cNvPr id="0" name=""/>
        <dsp:cNvSpPr/>
      </dsp:nvSpPr>
      <dsp:spPr>
        <a:xfrm>
          <a:off x="8935858" y="2025510"/>
          <a:ext cx="61690" cy="61690"/>
        </a:xfrm>
        <a:prstGeom prst="ellips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C34EF10-0A2C-4382-8271-0CBAF87716A3}">
      <dsp:nvSpPr>
        <dsp:cNvPr id="0" name=""/>
        <dsp:cNvSpPr/>
      </dsp:nvSpPr>
      <dsp:spPr>
        <a:xfrm>
          <a:off x="3286" y="29705"/>
          <a:ext cx="3203971" cy="1123200"/>
        </a:xfrm>
        <a:prstGeom prst="rect">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sz="1800" kern="1200">
              <a:latin typeface="Calibri"/>
              <a:ea typeface="Calibri"/>
              <a:cs typeface="Calibri"/>
            </a:rPr>
            <a:t>System Concept</a:t>
          </a:r>
        </a:p>
      </dsp:txBody>
      <dsp:txXfrm>
        <a:off x="3286" y="29705"/>
        <a:ext cx="3203971" cy="1123200"/>
      </dsp:txXfrm>
    </dsp:sp>
    <dsp:sp modelId="{4BE7BD70-D8C2-4898-8261-DC26119E052E}">
      <dsp:nvSpPr>
        <dsp:cNvPr id="0" name=""/>
        <dsp:cNvSpPr/>
      </dsp:nvSpPr>
      <dsp:spPr>
        <a:xfrm>
          <a:off x="3286" y="1152905"/>
          <a:ext cx="3203971" cy="3382843"/>
        </a:xfrm>
        <a:prstGeom prst="rect">
          <a:avLst/>
        </a:prstGeom>
        <a:solidFill>
          <a:schemeClr val="accent4">
            <a:tint val="40000"/>
            <a:alpha val="90000"/>
            <a:hueOff val="0"/>
            <a:satOff val="0"/>
            <a:lumOff val="0"/>
            <a:alphaOff val="0"/>
          </a:schemeClr>
        </a:solidFill>
        <a:ln w="1905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en-US" sz="1600" kern="1200">
              <a:latin typeface="Calibri"/>
              <a:ea typeface="Calibri"/>
              <a:cs typeface="Calibri"/>
            </a:rPr>
            <a:t>Localized </a:t>
          </a:r>
          <a:r>
            <a:rPr lang="en-US" sz="1600" b="1" kern="1200">
              <a:latin typeface="Calibri"/>
              <a:ea typeface="Calibri"/>
              <a:cs typeface="Calibri"/>
            </a:rPr>
            <a:t>Offline Voice Assistant</a:t>
          </a:r>
          <a:r>
            <a:rPr lang="en-US" sz="1600" kern="1200">
              <a:latin typeface="Calibri"/>
              <a:ea typeface="Calibri"/>
              <a:cs typeface="Calibri"/>
            </a:rPr>
            <a:t> designed specifically for senior citizens.</a:t>
          </a:r>
        </a:p>
        <a:p>
          <a:pPr marL="171450" lvl="1" indent="-171450" algn="l" defTabSz="711200">
            <a:lnSpc>
              <a:spcPct val="90000"/>
            </a:lnSpc>
            <a:spcBef>
              <a:spcPct val="0"/>
            </a:spcBef>
            <a:spcAft>
              <a:spcPct val="15000"/>
            </a:spcAft>
            <a:buChar char="•"/>
          </a:pPr>
          <a:r>
            <a:rPr lang="en-US" sz="1600" kern="1200">
              <a:latin typeface="Calibri"/>
              <a:ea typeface="Calibri"/>
              <a:cs typeface="Calibri"/>
            </a:rPr>
            <a:t>Optimized for rural and low-network areas</a:t>
          </a:r>
        </a:p>
        <a:p>
          <a:pPr marL="171450" lvl="1" indent="-171450" algn="l" defTabSz="711200" rtl="0">
            <a:lnSpc>
              <a:spcPct val="90000"/>
            </a:lnSpc>
            <a:spcBef>
              <a:spcPct val="0"/>
            </a:spcBef>
            <a:spcAft>
              <a:spcPct val="15000"/>
            </a:spcAft>
            <a:buChar char="•"/>
          </a:pPr>
          <a:r>
            <a:rPr lang="en-US" sz="1600" kern="1200">
              <a:latin typeface="Calibri"/>
              <a:ea typeface="Calibri"/>
              <a:cs typeface="Calibri"/>
            </a:rPr>
            <a:t>Focused on safety, health, and daily assistance</a:t>
          </a:r>
        </a:p>
      </dsp:txBody>
      <dsp:txXfrm>
        <a:off x="3286" y="1152905"/>
        <a:ext cx="3203971" cy="3382843"/>
      </dsp:txXfrm>
    </dsp:sp>
    <dsp:sp modelId="{32F68D4B-5B0D-4FF9-9DC2-D8BC483E8A47}">
      <dsp:nvSpPr>
        <dsp:cNvPr id="0" name=""/>
        <dsp:cNvSpPr/>
      </dsp:nvSpPr>
      <dsp:spPr>
        <a:xfrm>
          <a:off x="3655814" y="29705"/>
          <a:ext cx="3203971" cy="1123200"/>
        </a:xfrm>
        <a:prstGeom prst="rect">
          <a:avLst/>
        </a:prstGeom>
        <a:solidFill>
          <a:schemeClr val="accent4">
            <a:hueOff val="3299968"/>
            <a:satOff val="-14601"/>
            <a:lumOff val="-2452"/>
            <a:alphaOff val="0"/>
          </a:schemeClr>
        </a:solidFill>
        <a:ln w="19050" cap="flat" cmpd="sng" algn="ctr">
          <a:solidFill>
            <a:schemeClr val="accent4">
              <a:hueOff val="3299968"/>
              <a:satOff val="-14601"/>
              <a:lumOff val="-245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sz="1800" kern="1200">
              <a:latin typeface="Calibri"/>
              <a:ea typeface="Calibri"/>
              <a:cs typeface="Calibri"/>
            </a:rPr>
            <a:t>Key Features</a:t>
          </a:r>
        </a:p>
      </dsp:txBody>
      <dsp:txXfrm>
        <a:off x="3655814" y="29705"/>
        <a:ext cx="3203971" cy="1123200"/>
      </dsp:txXfrm>
    </dsp:sp>
    <dsp:sp modelId="{410CD284-0CD6-4F43-BB94-C5A7A5F0C1F1}">
      <dsp:nvSpPr>
        <dsp:cNvPr id="0" name=""/>
        <dsp:cNvSpPr/>
      </dsp:nvSpPr>
      <dsp:spPr>
        <a:xfrm>
          <a:off x="3655814" y="1152905"/>
          <a:ext cx="3203971" cy="3382843"/>
        </a:xfrm>
        <a:prstGeom prst="rect">
          <a:avLst/>
        </a:prstGeom>
        <a:solidFill>
          <a:schemeClr val="accent4">
            <a:tint val="40000"/>
            <a:alpha val="90000"/>
            <a:hueOff val="3079768"/>
            <a:satOff val="-15334"/>
            <a:lumOff val="-1455"/>
            <a:alphaOff val="0"/>
          </a:schemeClr>
        </a:solidFill>
        <a:ln w="19050" cap="flat" cmpd="sng" algn="ctr">
          <a:solidFill>
            <a:schemeClr val="accent4">
              <a:tint val="40000"/>
              <a:alpha val="90000"/>
              <a:hueOff val="3079768"/>
              <a:satOff val="-15334"/>
              <a:lumOff val="-145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en-US" sz="1600" kern="1200">
              <a:latin typeface="Calibri"/>
              <a:ea typeface="Calibri"/>
              <a:cs typeface="Calibri"/>
            </a:rPr>
            <a:t>Works completely offline</a:t>
          </a:r>
        </a:p>
        <a:p>
          <a:pPr marL="171450" lvl="1" indent="-171450" algn="l" defTabSz="711200">
            <a:lnSpc>
              <a:spcPct val="90000"/>
            </a:lnSpc>
            <a:spcBef>
              <a:spcPct val="0"/>
            </a:spcBef>
            <a:spcAft>
              <a:spcPct val="15000"/>
            </a:spcAft>
            <a:buChar char="•"/>
          </a:pPr>
          <a:r>
            <a:rPr lang="en-US" sz="1600" kern="1200">
              <a:latin typeface="Calibri"/>
              <a:ea typeface="Calibri"/>
              <a:cs typeface="Calibri"/>
            </a:rPr>
            <a:t>Supports regional languages</a:t>
          </a:r>
        </a:p>
        <a:p>
          <a:pPr marL="171450" lvl="1" indent="-171450" algn="l" defTabSz="711200">
            <a:lnSpc>
              <a:spcPct val="90000"/>
            </a:lnSpc>
            <a:spcBef>
              <a:spcPct val="0"/>
            </a:spcBef>
            <a:spcAft>
              <a:spcPct val="15000"/>
            </a:spcAft>
            <a:buChar char="•"/>
          </a:pPr>
          <a:r>
            <a:rPr lang="en-US" sz="1600" kern="1200">
              <a:latin typeface="Calibri"/>
              <a:ea typeface="Calibri"/>
              <a:cs typeface="Calibri"/>
            </a:rPr>
            <a:t>Simple voice-based interaction</a:t>
          </a:r>
        </a:p>
        <a:p>
          <a:pPr marL="171450" lvl="1" indent="-171450" algn="l" defTabSz="711200">
            <a:lnSpc>
              <a:spcPct val="90000"/>
            </a:lnSpc>
            <a:spcBef>
              <a:spcPct val="0"/>
            </a:spcBef>
            <a:spcAft>
              <a:spcPct val="15000"/>
            </a:spcAft>
            <a:buChar char="•"/>
          </a:pPr>
          <a:r>
            <a:rPr lang="en-US" sz="1600" kern="1200">
              <a:latin typeface="Calibri"/>
              <a:ea typeface="Calibri"/>
              <a:cs typeface="Calibri"/>
            </a:rPr>
            <a:t>Emergency SOS alert system</a:t>
          </a:r>
        </a:p>
        <a:p>
          <a:pPr marL="171450" lvl="1" indent="-171450" algn="l" defTabSz="711200" rtl="0">
            <a:lnSpc>
              <a:spcPct val="90000"/>
            </a:lnSpc>
            <a:spcBef>
              <a:spcPct val="0"/>
            </a:spcBef>
            <a:spcAft>
              <a:spcPct val="15000"/>
            </a:spcAft>
            <a:buChar char="•"/>
          </a:pPr>
          <a:r>
            <a:rPr lang="en-US" sz="1600" kern="1200">
              <a:latin typeface="Calibri"/>
              <a:ea typeface="Calibri"/>
              <a:cs typeface="Calibri"/>
            </a:rPr>
            <a:t>Low power consumption design</a:t>
          </a:r>
        </a:p>
        <a:p>
          <a:pPr marL="171450" lvl="1" indent="-171450" algn="l" defTabSz="711200">
            <a:lnSpc>
              <a:spcPct val="90000"/>
            </a:lnSpc>
            <a:spcBef>
              <a:spcPct val="0"/>
            </a:spcBef>
            <a:spcAft>
              <a:spcPct val="15000"/>
            </a:spcAft>
            <a:buChar char="•"/>
          </a:pPr>
          <a:r>
            <a:rPr lang="en-US" sz="1600" kern="1200">
              <a:latin typeface="Calibri"/>
              <a:ea typeface="Calibri"/>
              <a:cs typeface="Calibri"/>
            </a:rPr>
            <a:t>Single-button activation system</a:t>
          </a:r>
        </a:p>
        <a:p>
          <a:pPr marL="171450" lvl="1" indent="-171450" algn="l" defTabSz="711200" rtl="0">
            <a:lnSpc>
              <a:spcPct val="90000"/>
            </a:lnSpc>
            <a:spcBef>
              <a:spcPct val="0"/>
            </a:spcBef>
            <a:spcAft>
              <a:spcPct val="15000"/>
            </a:spcAft>
            <a:buChar char="•"/>
          </a:pPr>
          <a:r>
            <a:rPr lang="en-US" sz="1600" kern="1200">
              <a:latin typeface="Calibri"/>
              <a:ea typeface="Calibri"/>
              <a:cs typeface="Calibri"/>
            </a:rPr>
            <a:t>Customizable voice commands</a:t>
          </a:r>
        </a:p>
        <a:p>
          <a:pPr marL="171450" lvl="1" indent="-171450" algn="l" defTabSz="711200">
            <a:lnSpc>
              <a:spcPct val="90000"/>
            </a:lnSpc>
            <a:spcBef>
              <a:spcPct val="0"/>
            </a:spcBef>
            <a:spcAft>
              <a:spcPct val="15000"/>
            </a:spcAft>
            <a:buChar char="•"/>
          </a:pPr>
          <a:r>
            <a:rPr lang="en-US" sz="1600" kern="1200">
              <a:latin typeface="Calibri"/>
              <a:ea typeface="Calibri"/>
              <a:cs typeface="Calibri"/>
            </a:rPr>
            <a:t>Medicine &amp; appointment reminders</a:t>
          </a:r>
        </a:p>
      </dsp:txBody>
      <dsp:txXfrm>
        <a:off x="3655814" y="1152905"/>
        <a:ext cx="3203971" cy="3382843"/>
      </dsp:txXfrm>
    </dsp:sp>
    <dsp:sp modelId="{1081B7A9-6B67-4D22-9DC1-5B773AFC5950}">
      <dsp:nvSpPr>
        <dsp:cNvPr id="0" name=""/>
        <dsp:cNvSpPr/>
      </dsp:nvSpPr>
      <dsp:spPr>
        <a:xfrm>
          <a:off x="7308342" y="29705"/>
          <a:ext cx="3203971" cy="1123200"/>
        </a:xfrm>
        <a:prstGeom prst="rect">
          <a:avLst/>
        </a:prstGeom>
        <a:solidFill>
          <a:schemeClr val="accent4">
            <a:hueOff val="6599937"/>
            <a:satOff val="-29202"/>
            <a:lumOff val="-4903"/>
            <a:alphaOff val="0"/>
          </a:schemeClr>
        </a:solidFill>
        <a:ln w="19050" cap="flat" cmpd="sng" algn="ctr">
          <a:solidFill>
            <a:schemeClr val="accent4">
              <a:hueOff val="6599937"/>
              <a:satOff val="-29202"/>
              <a:lumOff val="-490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sz="1800" kern="1200">
              <a:latin typeface="Calibri"/>
              <a:ea typeface="Calibri"/>
              <a:cs typeface="Calibri"/>
            </a:rPr>
            <a:t>How It Solves the Problem</a:t>
          </a:r>
        </a:p>
      </dsp:txBody>
      <dsp:txXfrm>
        <a:off x="7308342" y="29705"/>
        <a:ext cx="3203971" cy="1123200"/>
      </dsp:txXfrm>
    </dsp:sp>
    <dsp:sp modelId="{0A68CE8B-A1E4-4347-B3C7-F9BFBF536ADB}">
      <dsp:nvSpPr>
        <dsp:cNvPr id="0" name=""/>
        <dsp:cNvSpPr/>
      </dsp:nvSpPr>
      <dsp:spPr>
        <a:xfrm>
          <a:off x="7308342" y="1152905"/>
          <a:ext cx="3203971" cy="3382843"/>
        </a:xfrm>
        <a:prstGeom prst="rect">
          <a:avLst/>
        </a:prstGeom>
        <a:solidFill>
          <a:schemeClr val="accent4">
            <a:tint val="40000"/>
            <a:alpha val="90000"/>
            <a:hueOff val="6159535"/>
            <a:satOff val="-30669"/>
            <a:lumOff val="-2910"/>
            <a:alphaOff val="0"/>
          </a:schemeClr>
        </a:solidFill>
        <a:ln w="19050" cap="flat" cmpd="sng" algn="ctr">
          <a:solidFill>
            <a:schemeClr val="accent4">
              <a:tint val="40000"/>
              <a:alpha val="90000"/>
              <a:hueOff val="6159535"/>
              <a:satOff val="-30669"/>
              <a:lumOff val="-291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en-US" sz="1600" kern="1200">
              <a:latin typeface="Calibri"/>
              <a:ea typeface="Calibri"/>
              <a:cs typeface="Calibri"/>
            </a:rPr>
            <a:t>No internet dependency</a:t>
          </a:r>
        </a:p>
        <a:p>
          <a:pPr marL="171450" lvl="1" indent="-171450" algn="l" defTabSz="711200" rtl="0">
            <a:lnSpc>
              <a:spcPct val="90000"/>
            </a:lnSpc>
            <a:spcBef>
              <a:spcPct val="0"/>
            </a:spcBef>
            <a:spcAft>
              <a:spcPct val="15000"/>
            </a:spcAft>
            <a:buChar char="•"/>
          </a:pPr>
          <a:r>
            <a:rPr lang="en-US" sz="1600" kern="1200">
              <a:latin typeface="Calibri"/>
              <a:ea typeface="Calibri"/>
              <a:cs typeface="Calibri"/>
            </a:rPr>
            <a:t>Reduces complexity for elderly users</a:t>
          </a:r>
        </a:p>
        <a:p>
          <a:pPr marL="171450" lvl="1" indent="-171450" algn="l" defTabSz="711200" rtl="0">
            <a:lnSpc>
              <a:spcPct val="90000"/>
            </a:lnSpc>
            <a:spcBef>
              <a:spcPct val="0"/>
            </a:spcBef>
            <a:spcAft>
              <a:spcPct val="15000"/>
            </a:spcAft>
            <a:buChar char="•"/>
          </a:pPr>
          <a:r>
            <a:rPr lang="en-US" sz="100" kern="1200">
              <a:latin typeface="Calibri"/>
              <a:ea typeface="Calibri"/>
              <a:cs typeface="Calibri"/>
            </a:rPr>
            <a:t>Quick emergency communication with caregivers</a:t>
          </a:r>
        </a:p>
        <a:p>
          <a:pPr marL="171450" lvl="1" indent="-171450" algn="l" defTabSz="711200">
            <a:lnSpc>
              <a:spcPct val="90000"/>
            </a:lnSpc>
            <a:spcBef>
              <a:spcPct val="0"/>
            </a:spcBef>
            <a:spcAft>
              <a:spcPct val="15000"/>
            </a:spcAft>
            <a:buChar char="•"/>
          </a:pPr>
          <a:r>
            <a:rPr lang="en-US" sz="1600" kern="1200">
              <a:latin typeface="Calibri"/>
              <a:ea typeface="Calibri"/>
              <a:cs typeface="Calibri"/>
            </a:rPr>
            <a:t>Faster response compared to cloud assistants</a:t>
          </a:r>
        </a:p>
        <a:p>
          <a:pPr marL="171450" lvl="1" indent="-171450" algn="l" defTabSz="711200" rtl="0">
            <a:lnSpc>
              <a:spcPct val="90000"/>
            </a:lnSpc>
            <a:spcBef>
              <a:spcPct val="0"/>
            </a:spcBef>
            <a:spcAft>
              <a:spcPct val="15000"/>
            </a:spcAft>
            <a:buChar char="•"/>
          </a:pPr>
          <a:r>
            <a:rPr lang="en-US" sz="1600" kern="1200">
              <a:latin typeface="Calibri"/>
              <a:ea typeface="Calibri"/>
              <a:cs typeface="Calibri"/>
            </a:rPr>
            <a:t>Supports regional communication barriers</a:t>
          </a:r>
        </a:p>
        <a:p>
          <a:pPr marL="171450" lvl="1" indent="-171450" algn="l" defTabSz="711200">
            <a:lnSpc>
              <a:spcPct val="90000"/>
            </a:lnSpc>
            <a:spcBef>
              <a:spcPct val="0"/>
            </a:spcBef>
            <a:spcAft>
              <a:spcPct val="15000"/>
            </a:spcAft>
            <a:buChar char="•"/>
          </a:pPr>
          <a:r>
            <a:rPr lang="en-US" sz="1600" kern="1200">
              <a:latin typeface="Calibri"/>
              <a:ea typeface="Calibri"/>
              <a:cs typeface="Calibri"/>
            </a:rPr>
            <a:t>Fast emergency communication</a:t>
          </a:r>
        </a:p>
        <a:p>
          <a:pPr marL="171450" lvl="1" indent="-171450" algn="l" defTabSz="711200">
            <a:lnSpc>
              <a:spcPct val="90000"/>
            </a:lnSpc>
            <a:spcBef>
              <a:spcPct val="0"/>
            </a:spcBef>
            <a:spcAft>
              <a:spcPct val="15000"/>
            </a:spcAft>
            <a:buChar char="•"/>
          </a:pPr>
          <a:r>
            <a:rPr lang="en-US" sz="1600" kern="1200">
              <a:latin typeface="Calibri"/>
              <a:ea typeface="Calibri"/>
              <a:cs typeface="Calibri"/>
            </a:rPr>
            <a:t>Low-cost &amp; privacy-friendly</a:t>
          </a:r>
        </a:p>
        <a:p>
          <a:pPr marL="171450" lvl="1" indent="-171450" algn="l" defTabSz="711200">
            <a:lnSpc>
              <a:spcPct val="90000"/>
            </a:lnSpc>
            <a:spcBef>
              <a:spcPct val="0"/>
            </a:spcBef>
            <a:spcAft>
              <a:spcPct val="15000"/>
            </a:spcAft>
            <a:buChar char="•"/>
          </a:pPr>
          <a:r>
            <a:rPr lang="en-US" sz="1600" kern="1200">
              <a:latin typeface="Calibri"/>
              <a:ea typeface="Calibri"/>
              <a:cs typeface="Calibri"/>
            </a:rPr>
            <a:t>Enables safe and independent living</a:t>
          </a:r>
        </a:p>
      </dsp:txBody>
      <dsp:txXfrm>
        <a:off x="7308342" y="1152905"/>
        <a:ext cx="3203971" cy="338284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E9EC9B-7552-43C4-ACEB-209D39C211BB}">
      <dsp:nvSpPr>
        <dsp:cNvPr id="0" name=""/>
        <dsp:cNvSpPr/>
      </dsp:nvSpPr>
      <dsp:spPr>
        <a:xfrm>
          <a:off x="0" y="3401"/>
          <a:ext cx="7450182" cy="69675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58CABFE-845F-4CBB-AA5C-443FC8BEC188}">
      <dsp:nvSpPr>
        <dsp:cNvPr id="0" name=""/>
        <dsp:cNvSpPr/>
      </dsp:nvSpPr>
      <dsp:spPr>
        <a:xfrm>
          <a:off x="210768" y="160171"/>
          <a:ext cx="383215" cy="38321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E3CFC9D-2F1D-42C1-BB0F-FD6037BE5EBB}">
      <dsp:nvSpPr>
        <dsp:cNvPr id="0" name=""/>
        <dsp:cNvSpPr/>
      </dsp:nvSpPr>
      <dsp:spPr>
        <a:xfrm>
          <a:off x="804753" y="3401"/>
          <a:ext cx="3352581" cy="6967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740" tIns="73740" rIns="73740" bIns="73740" numCol="1" spcCol="1270" anchor="ctr" anchorCtr="0">
          <a:noAutofit/>
        </a:bodyPr>
        <a:lstStyle/>
        <a:p>
          <a:pPr marL="0" lvl="0" indent="0" algn="l" defTabSz="711200">
            <a:lnSpc>
              <a:spcPct val="100000"/>
            </a:lnSpc>
            <a:spcBef>
              <a:spcPct val="0"/>
            </a:spcBef>
            <a:spcAft>
              <a:spcPct val="35000"/>
            </a:spcAft>
            <a:buNone/>
          </a:pPr>
          <a:r>
            <a:rPr lang="en-US" sz="1600" b="0" kern="1200">
              <a:latin typeface="Calibri"/>
              <a:ea typeface="Calibri"/>
              <a:cs typeface="Calibri"/>
            </a:rPr>
            <a:t>1. Core Processing Unit </a:t>
          </a:r>
        </a:p>
      </dsp:txBody>
      <dsp:txXfrm>
        <a:off x="804753" y="3401"/>
        <a:ext cx="3352581" cy="696756"/>
      </dsp:txXfrm>
    </dsp:sp>
    <dsp:sp modelId="{632192F7-45BA-482A-9755-E80ADCED21C4}">
      <dsp:nvSpPr>
        <dsp:cNvPr id="0" name=""/>
        <dsp:cNvSpPr/>
      </dsp:nvSpPr>
      <dsp:spPr>
        <a:xfrm>
          <a:off x="4157335" y="3401"/>
          <a:ext cx="3292060" cy="6967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740" tIns="73740" rIns="73740" bIns="73740" numCol="1" spcCol="1270" anchor="ctr" anchorCtr="0">
          <a:noAutofit/>
        </a:bodyPr>
        <a:lstStyle/>
        <a:p>
          <a:pPr marL="0" lvl="0" indent="0" algn="l" defTabSz="488950">
            <a:lnSpc>
              <a:spcPct val="100000"/>
            </a:lnSpc>
            <a:spcBef>
              <a:spcPct val="0"/>
            </a:spcBef>
            <a:spcAft>
              <a:spcPct val="35000"/>
            </a:spcAft>
            <a:buNone/>
          </a:pPr>
          <a:r>
            <a:rPr lang="en-US" sz="1100" b="0" kern="1200">
              <a:latin typeface="Calibri"/>
              <a:ea typeface="Calibri"/>
              <a:cs typeface="Calibri"/>
            </a:rPr>
            <a:t>ESP32 DEVKIT V1 – Main control and processing unit</a:t>
          </a:r>
          <a:endParaRPr lang="en-GB" sz="1100" b="0" kern="1200">
            <a:latin typeface="Calibri"/>
            <a:ea typeface="Calibri"/>
            <a:cs typeface="Calibri"/>
          </a:endParaRPr>
        </a:p>
      </dsp:txBody>
      <dsp:txXfrm>
        <a:off x="4157335" y="3401"/>
        <a:ext cx="3292060" cy="696756"/>
      </dsp:txXfrm>
    </dsp:sp>
    <dsp:sp modelId="{0932B657-B1E7-4BD3-B95B-259AED5188C2}">
      <dsp:nvSpPr>
        <dsp:cNvPr id="0" name=""/>
        <dsp:cNvSpPr/>
      </dsp:nvSpPr>
      <dsp:spPr>
        <a:xfrm>
          <a:off x="0" y="874346"/>
          <a:ext cx="7450182" cy="69675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DB14947-C759-4C37-90C9-B11793C2C4F3}">
      <dsp:nvSpPr>
        <dsp:cNvPr id="0" name=""/>
        <dsp:cNvSpPr/>
      </dsp:nvSpPr>
      <dsp:spPr>
        <a:xfrm>
          <a:off x="210768" y="1031116"/>
          <a:ext cx="383215" cy="38321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9EFD164-08F5-44F3-861B-CCA7A4FA2FDE}">
      <dsp:nvSpPr>
        <dsp:cNvPr id="0" name=""/>
        <dsp:cNvSpPr/>
      </dsp:nvSpPr>
      <dsp:spPr>
        <a:xfrm>
          <a:off x="804753" y="874346"/>
          <a:ext cx="3352581" cy="6967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740" tIns="73740" rIns="73740" bIns="73740" numCol="1" spcCol="1270" anchor="ctr" anchorCtr="0">
          <a:noAutofit/>
        </a:bodyPr>
        <a:lstStyle/>
        <a:p>
          <a:pPr marL="0" lvl="0" indent="0" algn="l" defTabSz="711200">
            <a:lnSpc>
              <a:spcPct val="100000"/>
            </a:lnSpc>
            <a:spcBef>
              <a:spcPct val="0"/>
            </a:spcBef>
            <a:spcAft>
              <a:spcPct val="35000"/>
            </a:spcAft>
            <a:buNone/>
          </a:pPr>
          <a:r>
            <a:rPr lang="en-US" sz="1600" b="0" kern="1200">
              <a:latin typeface="Calibri"/>
              <a:ea typeface="Calibri"/>
              <a:cs typeface="Calibri"/>
            </a:rPr>
            <a:t>2. Audio Interface System</a:t>
          </a:r>
        </a:p>
      </dsp:txBody>
      <dsp:txXfrm>
        <a:off x="804753" y="874346"/>
        <a:ext cx="3352581" cy="696756"/>
      </dsp:txXfrm>
    </dsp:sp>
    <dsp:sp modelId="{1DF702DF-00A5-49A5-BDAE-32BC6188656D}">
      <dsp:nvSpPr>
        <dsp:cNvPr id="0" name=""/>
        <dsp:cNvSpPr/>
      </dsp:nvSpPr>
      <dsp:spPr>
        <a:xfrm>
          <a:off x="4157335" y="874346"/>
          <a:ext cx="3292060" cy="6967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740" tIns="73740" rIns="73740" bIns="73740" numCol="1" spcCol="1270" anchor="ctr" anchorCtr="0">
          <a:noAutofit/>
        </a:bodyPr>
        <a:lstStyle/>
        <a:p>
          <a:pPr marL="0" lvl="0" indent="0" algn="l" defTabSz="488950">
            <a:lnSpc>
              <a:spcPct val="100000"/>
            </a:lnSpc>
            <a:spcBef>
              <a:spcPct val="0"/>
            </a:spcBef>
            <a:spcAft>
              <a:spcPct val="35000"/>
            </a:spcAft>
            <a:buNone/>
          </a:pPr>
          <a:r>
            <a:rPr lang="en-US" sz="1100" b="0" kern="1200">
              <a:latin typeface="Calibri"/>
              <a:ea typeface="Calibri"/>
              <a:cs typeface="Calibri"/>
            </a:rPr>
            <a:t>Microphone – Captures voice commands</a:t>
          </a:r>
        </a:p>
        <a:p>
          <a:pPr marL="0" lvl="0" indent="0" algn="l" defTabSz="488950">
            <a:lnSpc>
              <a:spcPct val="100000"/>
            </a:lnSpc>
            <a:spcBef>
              <a:spcPct val="0"/>
            </a:spcBef>
            <a:spcAft>
              <a:spcPct val="35000"/>
            </a:spcAft>
            <a:buNone/>
          </a:pPr>
          <a:r>
            <a:rPr lang="en-US" sz="1100" b="0" kern="1200">
              <a:latin typeface="Calibri"/>
              <a:ea typeface="Calibri"/>
              <a:cs typeface="Calibri"/>
            </a:rPr>
            <a:t>Amplifier + Speaker – Voice output &amp; reminders</a:t>
          </a:r>
        </a:p>
        <a:p>
          <a:pPr marL="0" lvl="0" indent="0" algn="l" defTabSz="488950">
            <a:lnSpc>
              <a:spcPct val="100000"/>
            </a:lnSpc>
            <a:spcBef>
              <a:spcPct val="0"/>
            </a:spcBef>
            <a:spcAft>
              <a:spcPct val="35000"/>
            </a:spcAft>
            <a:buNone/>
          </a:pPr>
          <a:r>
            <a:rPr lang="en-US" sz="1100" b="0" kern="1200">
              <a:latin typeface="Calibri"/>
              <a:ea typeface="Calibri"/>
              <a:cs typeface="Calibri"/>
            </a:rPr>
            <a:t>5V Active Buzzer – Alert notifications</a:t>
          </a:r>
        </a:p>
      </dsp:txBody>
      <dsp:txXfrm>
        <a:off x="4157335" y="874346"/>
        <a:ext cx="3292060" cy="696756"/>
      </dsp:txXfrm>
    </dsp:sp>
    <dsp:sp modelId="{FF06C143-7E43-4D4D-A315-313D4592C47B}">
      <dsp:nvSpPr>
        <dsp:cNvPr id="0" name=""/>
        <dsp:cNvSpPr/>
      </dsp:nvSpPr>
      <dsp:spPr>
        <a:xfrm>
          <a:off x="0" y="1745291"/>
          <a:ext cx="7450182" cy="69675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DB02DE7-741B-4C9B-A54D-DC52EE6D5ADC}">
      <dsp:nvSpPr>
        <dsp:cNvPr id="0" name=""/>
        <dsp:cNvSpPr/>
      </dsp:nvSpPr>
      <dsp:spPr>
        <a:xfrm>
          <a:off x="210768" y="1902061"/>
          <a:ext cx="383215" cy="38321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A3B0F24-AD32-4B0F-B960-D1147B6012E1}">
      <dsp:nvSpPr>
        <dsp:cNvPr id="0" name=""/>
        <dsp:cNvSpPr/>
      </dsp:nvSpPr>
      <dsp:spPr>
        <a:xfrm>
          <a:off x="804753" y="1745291"/>
          <a:ext cx="3352581" cy="6967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740" tIns="73740" rIns="73740" bIns="73740" numCol="1" spcCol="1270" anchor="ctr" anchorCtr="0">
          <a:noAutofit/>
        </a:bodyPr>
        <a:lstStyle/>
        <a:p>
          <a:pPr marL="0" lvl="0" indent="0" algn="l" defTabSz="711200">
            <a:lnSpc>
              <a:spcPct val="100000"/>
            </a:lnSpc>
            <a:spcBef>
              <a:spcPct val="0"/>
            </a:spcBef>
            <a:spcAft>
              <a:spcPct val="35000"/>
            </a:spcAft>
            <a:buNone/>
          </a:pPr>
          <a:r>
            <a:rPr lang="en-US" sz="1600" b="0" kern="1200">
              <a:latin typeface="Calibri"/>
              <a:ea typeface="Calibri"/>
              <a:cs typeface="Calibri"/>
            </a:rPr>
            <a:t>3. User Interaction</a:t>
          </a:r>
        </a:p>
      </dsp:txBody>
      <dsp:txXfrm>
        <a:off x="804753" y="1745291"/>
        <a:ext cx="3352581" cy="696756"/>
      </dsp:txXfrm>
    </dsp:sp>
    <dsp:sp modelId="{9480DD62-EBFB-4C35-B968-BE06F9D34088}">
      <dsp:nvSpPr>
        <dsp:cNvPr id="0" name=""/>
        <dsp:cNvSpPr/>
      </dsp:nvSpPr>
      <dsp:spPr>
        <a:xfrm>
          <a:off x="4157335" y="1745291"/>
          <a:ext cx="3292060" cy="6967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740" tIns="73740" rIns="73740" bIns="73740" numCol="1" spcCol="1270" anchor="ctr" anchorCtr="0">
          <a:noAutofit/>
        </a:bodyPr>
        <a:lstStyle/>
        <a:p>
          <a:pPr marL="0" lvl="0" indent="0" algn="l" defTabSz="488950">
            <a:lnSpc>
              <a:spcPct val="100000"/>
            </a:lnSpc>
            <a:spcBef>
              <a:spcPct val="0"/>
            </a:spcBef>
            <a:spcAft>
              <a:spcPct val="35000"/>
            </a:spcAft>
            <a:buNone/>
          </a:pPr>
          <a:r>
            <a:rPr lang="en-US" sz="1100" b="0" kern="1200">
              <a:latin typeface="Calibri"/>
              <a:ea typeface="Calibri"/>
              <a:cs typeface="Calibri"/>
            </a:rPr>
            <a:t>Large Push Button – Wake input &amp; emergency trigger</a:t>
          </a:r>
        </a:p>
        <a:p>
          <a:pPr marL="0" lvl="0" indent="0" algn="l" defTabSz="488950">
            <a:lnSpc>
              <a:spcPct val="100000"/>
            </a:lnSpc>
            <a:spcBef>
              <a:spcPct val="0"/>
            </a:spcBef>
            <a:spcAft>
              <a:spcPct val="35000"/>
            </a:spcAft>
            <a:buNone/>
          </a:pPr>
          <a:r>
            <a:rPr lang="en-US" sz="1100" b="0" kern="1200">
              <a:latin typeface="Calibri"/>
              <a:ea typeface="Calibri"/>
              <a:cs typeface="Calibri"/>
            </a:rPr>
            <a:t>OLED Display – Time, battery &amp; system status display</a:t>
          </a:r>
        </a:p>
      </dsp:txBody>
      <dsp:txXfrm>
        <a:off x="4157335" y="1745291"/>
        <a:ext cx="3292060" cy="696756"/>
      </dsp:txXfrm>
    </dsp:sp>
    <dsp:sp modelId="{E4183428-2390-4237-8895-BCBC07915A8C}">
      <dsp:nvSpPr>
        <dsp:cNvPr id="0" name=""/>
        <dsp:cNvSpPr/>
      </dsp:nvSpPr>
      <dsp:spPr>
        <a:xfrm>
          <a:off x="0" y="2616236"/>
          <a:ext cx="7450182" cy="69675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FDBF3DA-FCB2-49F2-B017-7B801077C8EB}">
      <dsp:nvSpPr>
        <dsp:cNvPr id="0" name=""/>
        <dsp:cNvSpPr/>
      </dsp:nvSpPr>
      <dsp:spPr>
        <a:xfrm>
          <a:off x="210768" y="2773007"/>
          <a:ext cx="383215" cy="38321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F6C900C-8E5A-4CE8-A1CF-FBDA5615EB45}">
      <dsp:nvSpPr>
        <dsp:cNvPr id="0" name=""/>
        <dsp:cNvSpPr/>
      </dsp:nvSpPr>
      <dsp:spPr>
        <a:xfrm>
          <a:off x="804753" y="2616236"/>
          <a:ext cx="3352581" cy="6967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740" tIns="73740" rIns="73740" bIns="73740" numCol="1" spcCol="1270" anchor="ctr" anchorCtr="0">
          <a:noAutofit/>
        </a:bodyPr>
        <a:lstStyle/>
        <a:p>
          <a:pPr marL="0" lvl="0" indent="0" algn="l" defTabSz="711200">
            <a:lnSpc>
              <a:spcPct val="100000"/>
            </a:lnSpc>
            <a:spcBef>
              <a:spcPct val="0"/>
            </a:spcBef>
            <a:spcAft>
              <a:spcPct val="35000"/>
            </a:spcAft>
            <a:buNone/>
          </a:pPr>
          <a:r>
            <a:rPr lang="en-US" sz="1600" b="0" kern="1200">
              <a:latin typeface="Calibri"/>
              <a:ea typeface="Calibri"/>
              <a:cs typeface="Calibri"/>
            </a:rPr>
            <a:t>4. Safety &amp; Communication</a:t>
          </a:r>
        </a:p>
      </dsp:txBody>
      <dsp:txXfrm>
        <a:off x="804753" y="2616236"/>
        <a:ext cx="3352581" cy="696756"/>
      </dsp:txXfrm>
    </dsp:sp>
    <dsp:sp modelId="{CB878EA6-F5D8-4C9B-8950-8214712D219F}">
      <dsp:nvSpPr>
        <dsp:cNvPr id="0" name=""/>
        <dsp:cNvSpPr/>
      </dsp:nvSpPr>
      <dsp:spPr>
        <a:xfrm>
          <a:off x="4157335" y="2616236"/>
          <a:ext cx="3292060" cy="6967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740" tIns="73740" rIns="73740" bIns="73740" numCol="1" spcCol="1270" anchor="ctr" anchorCtr="0">
          <a:noAutofit/>
        </a:bodyPr>
        <a:lstStyle/>
        <a:p>
          <a:pPr marL="0" lvl="0" indent="0" algn="l" defTabSz="488950">
            <a:lnSpc>
              <a:spcPct val="100000"/>
            </a:lnSpc>
            <a:spcBef>
              <a:spcPct val="0"/>
            </a:spcBef>
            <a:spcAft>
              <a:spcPct val="35000"/>
            </a:spcAft>
            <a:buNone/>
          </a:pPr>
          <a:r>
            <a:rPr lang="en-US" sz="1100" b="0" kern="1200">
              <a:latin typeface="Calibri"/>
              <a:ea typeface="Calibri"/>
              <a:cs typeface="Calibri"/>
            </a:rPr>
            <a:t>GSM Module (SIM900L) – Emergency calls &amp; SMS alerts</a:t>
          </a:r>
        </a:p>
      </dsp:txBody>
      <dsp:txXfrm>
        <a:off x="4157335" y="2616236"/>
        <a:ext cx="3292060" cy="696756"/>
      </dsp:txXfrm>
    </dsp:sp>
    <dsp:sp modelId="{D822F223-08DD-45AE-A215-4EEA2E289F5E}">
      <dsp:nvSpPr>
        <dsp:cNvPr id="0" name=""/>
        <dsp:cNvSpPr/>
      </dsp:nvSpPr>
      <dsp:spPr>
        <a:xfrm>
          <a:off x="0" y="3487182"/>
          <a:ext cx="7450182" cy="69675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E4CCA31-2914-472F-8D9A-DD866A9A8145}">
      <dsp:nvSpPr>
        <dsp:cNvPr id="0" name=""/>
        <dsp:cNvSpPr/>
      </dsp:nvSpPr>
      <dsp:spPr>
        <a:xfrm>
          <a:off x="210768" y="3643952"/>
          <a:ext cx="383215" cy="38321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A341C12-00FD-42CE-9310-279FB071A8B2}">
      <dsp:nvSpPr>
        <dsp:cNvPr id="0" name=""/>
        <dsp:cNvSpPr/>
      </dsp:nvSpPr>
      <dsp:spPr>
        <a:xfrm>
          <a:off x="804753" y="3487182"/>
          <a:ext cx="3352581" cy="6967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740" tIns="73740" rIns="73740" bIns="73740" numCol="1" spcCol="1270" anchor="ctr" anchorCtr="0">
          <a:noAutofit/>
        </a:bodyPr>
        <a:lstStyle/>
        <a:p>
          <a:pPr marL="0" lvl="0" indent="0" algn="l" defTabSz="711200">
            <a:lnSpc>
              <a:spcPct val="100000"/>
            </a:lnSpc>
            <a:spcBef>
              <a:spcPct val="0"/>
            </a:spcBef>
            <a:spcAft>
              <a:spcPct val="35000"/>
            </a:spcAft>
            <a:buNone/>
          </a:pPr>
          <a:r>
            <a:rPr lang="en-US" sz="1600" b="0" kern="1200">
              <a:latin typeface="Calibri"/>
              <a:ea typeface="Calibri"/>
              <a:cs typeface="Calibri"/>
            </a:rPr>
            <a:t>5. Reminder &amp; Storage System</a:t>
          </a:r>
        </a:p>
      </dsp:txBody>
      <dsp:txXfrm>
        <a:off x="804753" y="3487182"/>
        <a:ext cx="3352581" cy="696756"/>
      </dsp:txXfrm>
    </dsp:sp>
    <dsp:sp modelId="{1F85FA31-4651-48D4-BBD5-A5A7030B9A0E}">
      <dsp:nvSpPr>
        <dsp:cNvPr id="0" name=""/>
        <dsp:cNvSpPr/>
      </dsp:nvSpPr>
      <dsp:spPr>
        <a:xfrm>
          <a:off x="4157335" y="3487182"/>
          <a:ext cx="3292060" cy="6967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740" tIns="73740" rIns="73740" bIns="73740" numCol="1" spcCol="1270" anchor="ctr" anchorCtr="0">
          <a:noAutofit/>
        </a:bodyPr>
        <a:lstStyle/>
        <a:p>
          <a:pPr marL="0" lvl="0" indent="0" algn="l" defTabSz="488950">
            <a:lnSpc>
              <a:spcPct val="100000"/>
            </a:lnSpc>
            <a:spcBef>
              <a:spcPct val="0"/>
            </a:spcBef>
            <a:spcAft>
              <a:spcPct val="35000"/>
            </a:spcAft>
            <a:buNone/>
          </a:pPr>
          <a:r>
            <a:rPr lang="en-US" sz="1100" b="0" kern="1200">
              <a:latin typeface="Calibri"/>
              <a:ea typeface="Calibri"/>
              <a:cs typeface="Calibri"/>
            </a:rPr>
            <a:t>RTC Module  – Accurate timekeeping</a:t>
          </a:r>
        </a:p>
        <a:p>
          <a:pPr marL="0" lvl="0" indent="0" algn="l" defTabSz="488950">
            <a:lnSpc>
              <a:spcPct val="100000"/>
            </a:lnSpc>
            <a:spcBef>
              <a:spcPct val="0"/>
            </a:spcBef>
            <a:spcAft>
              <a:spcPct val="35000"/>
            </a:spcAft>
            <a:buNone/>
          </a:pPr>
          <a:r>
            <a:rPr lang="en-US" sz="1100" b="0" kern="1200">
              <a:latin typeface="Calibri"/>
              <a:ea typeface="Calibri"/>
              <a:cs typeface="Calibri"/>
            </a:rPr>
            <a:t>SD Card Module – Stores audio files &amp; logs</a:t>
          </a:r>
        </a:p>
        <a:p>
          <a:pPr marL="0" lvl="0" indent="0" algn="l" defTabSz="488950">
            <a:lnSpc>
              <a:spcPct val="100000"/>
            </a:lnSpc>
            <a:spcBef>
              <a:spcPct val="0"/>
            </a:spcBef>
            <a:spcAft>
              <a:spcPct val="35000"/>
            </a:spcAft>
            <a:buNone/>
          </a:pPr>
          <a:r>
            <a:rPr lang="en-US" sz="1100" b="0" kern="1200">
              <a:latin typeface="Calibri"/>
              <a:ea typeface="Calibri"/>
              <a:cs typeface="Calibri"/>
            </a:rPr>
            <a:t>Servo Motor – Controls medicine box compartments</a:t>
          </a:r>
        </a:p>
      </dsp:txBody>
      <dsp:txXfrm>
        <a:off x="4157335" y="3487182"/>
        <a:ext cx="3292060" cy="696756"/>
      </dsp:txXfrm>
    </dsp:sp>
    <dsp:sp modelId="{A8E5DF27-9329-41A0-BE1C-7C0547748162}">
      <dsp:nvSpPr>
        <dsp:cNvPr id="0" name=""/>
        <dsp:cNvSpPr/>
      </dsp:nvSpPr>
      <dsp:spPr>
        <a:xfrm>
          <a:off x="0" y="4358127"/>
          <a:ext cx="7450182" cy="69675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385FCF8-8596-4CBF-9138-505B11BA08B5}">
      <dsp:nvSpPr>
        <dsp:cNvPr id="0" name=""/>
        <dsp:cNvSpPr/>
      </dsp:nvSpPr>
      <dsp:spPr>
        <a:xfrm>
          <a:off x="210768" y="4514897"/>
          <a:ext cx="383215" cy="38321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D517C24-93A7-4B88-A670-46D0B476A40A}">
      <dsp:nvSpPr>
        <dsp:cNvPr id="0" name=""/>
        <dsp:cNvSpPr/>
      </dsp:nvSpPr>
      <dsp:spPr>
        <a:xfrm>
          <a:off x="804753" y="4358127"/>
          <a:ext cx="3352581" cy="6967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740" tIns="73740" rIns="73740" bIns="73740" numCol="1" spcCol="1270" anchor="ctr" anchorCtr="0">
          <a:noAutofit/>
        </a:bodyPr>
        <a:lstStyle/>
        <a:p>
          <a:pPr marL="0" lvl="0" indent="0" algn="l" defTabSz="711200">
            <a:lnSpc>
              <a:spcPct val="100000"/>
            </a:lnSpc>
            <a:spcBef>
              <a:spcPct val="0"/>
            </a:spcBef>
            <a:spcAft>
              <a:spcPct val="35000"/>
            </a:spcAft>
            <a:buNone/>
          </a:pPr>
          <a:r>
            <a:rPr lang="en-US" sz="1600" b="0" kern="1200">
              <a:latin typeface="Calibri"/>
              <a:ea typeface="Calibri"/>
              <a:cs typeface="Calibri"/>
            </a:rPr>
            <a:t>7. Power Management</a:t>
          </a:r>
        </a:p>
      </dsp:txBody>
      <dsp:txXfrm>
        <a:off x="804753" y="4358127"/>
        <a:ext cx="3352581" cy="696756"/>
      </dsp:txXfrm>
    </dsp:sp>
    <dsp:sp modelId="{1EE544C4-6B07-4923-B393-34F5682053B7}">
      <dsp:nvSpPr>
        <dsp:cNvPr id="0" name=""/>
        <dsp:cNvSpPr/>
      </dsp:nvSpPr>
      <dsp:spPr>
        <a:xfrm>
          <a:off x="4157335" y="4358127"/>
          <a:ext cx="3292060" cy="6967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740" tIns="73740" rIns="73740" bIns="73740" numCol="1" spcCol="1270" anchor="ctr" anchorCtr="0">
          <a:noAutofit/>
        </a:bodyPr>
        <a:lstStyle/>
        <a:p>
          <a:pPr marL="0" lvl="0" indent="0" algn="l" defTabSz="488950">
            <a:lnSpc>
              <a:spcPct val="100000"/>
            </a:lnSpc>
            <a:spcBef>
              <a:spcPct val="0"/>
            </a:spcBef>
            <a:spcAft>
              <a:spcPct val="35000"/>
            </a:spcAft>
            <a:buNone/>
          </a:pPr>
          <a:r>
            <a:rPr lang="en-US" sz="1100" b="0" kern="1200">
              <a:latin typeface="Calibri"/>
              <a:ea typeface="Calibri"/>
              <a:cs typeface="Calibri"/>
            </a:rPr>
            <a:t>Li-ion Batteries – Portable power supply</a:t>
          </a:r>
        </a:p>
        <a:p>
          <a:pPr marL="0" lvl="0" indent="0" algn="l" defTabSz="488950">
            <a:lnSpc>
              <a:spcPct val="100000"/>
            </a:lnSpc>
            <a:spcBef>
              <a:spcPct val="0"/>
            </a:spcBef>
            <a:spcAft>
              <a:spcPct val="35000"/>
            </a:spcAft>
            <a:buNone/>
          </a:pPr>
          <a:r>
            <a:rPr lang="en-US" sz="1100" b="0" kern="1200">
              <a:latin typeface="Calibri"/>
              <a:ea typeface="Calibri"/>
              <a:cs typeface="Calibri"/>
            </a:rPr>
            <a:t>Charging Module – Charging &amp; protection</a:t>
          </a:r>
        </a:p>
        <a:p>
          <a:pPr marL="0" lvl="0" indent="0" algn="l" defTabSz="488950">
            <a:lnSpc>
              <a:spcPct val="100000"/>
            </a:lnSpc>
            <a:spcBef>
              <a:spcPct val="0"/>
            </a:spcBef>
            <a:spcAft>
              <a:spcPct val="35000"/>
            </a:spcAft>
            <a:buNone/>
          </a:pPr>
          <a:r>
            <a:rPr lang="en-US" sz="1100" b="0" kern="1200">
              <a:latin typeface="Calibri"/>
              <a:ea typeface="Calibri"/>
              <a:cs typeface="Calibri"/>
            </a:rPr>
            <a:t>Switch – Power control</a:t>
          </a:r>
        </a:p>
      </dsp:txBody>
      <dsp:txXfrm>
        <a:off x="4157335" y="4358127"/>
        <a:ext cx="3292060" cy="696756"/>
      </dsp:txXfrm>
    </dsp:sp>
    <dsp:sp modelId="{12088BF7-E4A5-40A3-B6D8-7A5E0A530C7C}">
      <dsp:nvSpPr>
        <dsp:cNvPr id="0" name=""/>
        <dsp:cNvSpPr/>
      </dsp:nvSpPr>
      <dsp:spPr>
        <a:xfrm>
          <a:off x="0" y="5229072"/>
          <a:ext cx="7450182" cy="69675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1ABDC59-B0F8-45A6-AD69-643AF64EC830}">
      <dsp:nvSpPr>
        <dsp:cNvPr id="0" name=""/>
        <dsp:cNvSpPr/>
      </dsp:nvSpPr>
      <dsp:spPr>
        <a:xfrm>
          <a:off x="210768" y="5385842"/>
          <a:ext cx="383215" cy="38321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F349626-E208-4B7F-927D-805D8630E895}">
      <dsp:nvSpPr>
        <dsp:cNvPr id="0" name=""/>
        <dsp:cNvSpPr/>
      </dsp:nvSpPr>
      <dsp:spPr>
        <a:xfrm>
          <a:off x="804753" y="5229072"/>
          <a:ext cx="3352581" cy="6967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740" tIns="73740" rIns="73740" bIns="73740" numCol="1" spcCol="1270" anchor="ctr" anchorCtr="0">
          <a:noAutofit/>
        </a:bodyPr>
        <a:lstStyle/>
        <a:p>
          <a:pPr marL="0" lvl="0" indent="0" algn="l" defTabSz="711200">
            <a:lnSpc>
              <a:spcPct val="100000"/>
            </a:lnSpc>
            <a:spcBef>
              <a:spcPct val="0"/>
            </a:spcBef>
            <a:spcAft>
              <a:spcPct val="35000"/>
            </a:spcAft>
            <a:buNone/>
          </a:pPr>
          <a:r>
            <a:rPr lang="en-US" sz="1600" b="0" kern="1200">
              <a:latin typeface="Calibri"/>
              <a:ea typeface="Calibri"/>
              <a:cs typeface="Calibri"/>
            </a:rPr>
            <a:t>8. Supporting Components</a:t>
          </a:r>
        </a:p>
      </dsp:txBody>
      <dsp:txXfrm>
        <a:off x="804753" y="5229072"/>
        <a:ext cx="3352581" cy="696756"/>
      </dsp:txXfrm>
    </dsp:sp>
    <dsp:sp modelId="{0E1B17E8-1D5D-4E86-96A1-6FF9A9D9E542}">
      <dsp:nvSpPr>
        <dsp:cNvPr id="0" name=""/>
        <dsp:cNvSpPr/>
      </dsp:nvSpPr>
      <dsp:spPr>
        <a:xfrm>
          <a:off x="4157335" y="5229072"/>
          <a:ext cx="3292060" cy="6967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740" tIns="73740" rIns="73740" bIns="73740" numCol="1" spcCol="1270" anchor="ctr" anchorCtr="0">
          <a:noAutofit/>
        </a:bodyPr>
        <a:lstStyle/>
        <a:p>
          <a:pPr marL="0" lvl="0" indent="0" algn="l" defTabSz="488950">
            <a:lnSpc>
              <a:spcPct val="100000"/>
            </a:lnSpc>
            <a:spcBef>
              <a:spcPct val="0"/>
            </a:spcBef>
            <a:spcAft>
              <a:spcPct val="35000"/>
            </a:spcAft>
            <a:buNone/>
          </a:pPr>
          <a:r>
            <a:rPr lang="en-US" sz="1100" b="0" kern="1200">
              <a:latin typeface="Calibri"/>
              <a:ea typeface="Calibri"/>
              <a:cs typeface="Calibri"/>
            </a:rPr>
            <a:t>Jumper wires, resistors, breadboard, USB cable – Circuit assembly</a:t>
          </a:r>
        </a:p>
      </dsp:txBody>
      <dsp:txXfrm>
        <a:off x="4157335" y="5229072"/>
        <a:ext cx="3292060" cy="69675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CEC7EA-8EA3-468D-9DBF-E54899E7D1EE}">
      <dsp:nvSpPr>
        <dsp:cNvPr id="0" name=""/>
        <dsp:cNvSpPr/>
      </dsp:nvSpPr>
      <dsp:spPr>
        <a:xfrm>
          <a:off x="769922" y="2456"/>
          <a:ext cx="2523963" cy="91365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rtl="0">
            <a:lnSpc>
              <a:spcPct val="90000"/>
            </a:lnSpc>
            <a:spcBef>
              <a:spcPct val="0"/>
            </a:spcBef>
            <a:spcAft>
              <a:spcPct val="35000"/>
            </a:spcAft>
            <a:buNone/>
          </a:pPr>
          <a:r>
            <a:rPr lang="en-GB" sz="1800" b="0" kern="1200">
              <a:latin typeface="Calibri"/>
              <a:ea typeface="Calibri"/>
              <a:cs typeface="Calibri"/>
            </a:rPr>
            <a:t>Emergency</a:t>
          </a:r>
        </a:p>
      </dsp:txBody>
      <dsp:txXfrm>
        <a:off x="796682" y="29216"/>
        <a:ext cx="2470443" cy="860131"/>
      </dsp:txXfrm>
    </dsp:sp>
    <dsp:sp modelId="{8BCA25D4-B814-4B35-BEE2-D5F8C337D76C}">
      <dsp:nvSpPr>
        <dsp:cNvPr id="0" name=""/>
        <dsp:cNvSpPr/>
      </dsp:nvSpPr>
      <dsp:spPr>
        <a:xfrm rot="5400000">
          <a:off x="1860594" y="938949"/>
          <a:ext cx="342619" cy="41114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GB" sz="1400" kern="1200"/>
        </a:p>
      </dsp:txBody>
      <dsp:txXfrm rot="-5400000">
        <a:off x="1908561" y="973211"/>
        <a:ext cx="246685" cy="239833"/>
      </dsp:txXfrm>
    </dsp:sp>
    <dsp:sp modelId="{2F7A7246-6DC0-4F65-ACFC-D1CB26B3A4C0}">
      <dsp:nvSpPr>
        <dsp:cNvPr id="0" name=""/>
        <dsp:cNvSpPr/>
      </dsp:nvSpPr>
      <dsp:spPr>
        <a:xfrm>
          <a:off x="769922" y="1372933"/>
          <a:ext cx="2523963" cy="91365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rtl="0">
            <a:lnSpc>
              <a:spcPct val="90000"/>
            </a:lnSpc>
            <a:spcBef>
              <a:spcPct val="0"/>
            </a:spcBef>
            <a:spcAft>
              <a:spcPct val="35000"/>
            </a:spcAft>
            <a:buNone/>
          </a:pPr>
          <a:r>
            <a:rPr lang="en-GB" sz="1800" kern="1200">
              <a:latin typeface="Calibri"/>
              <a:ea typeface="Calibri"/>
              <a:cs typeface="Calibri"/>
            </a:rPr>
            <a:t>Medicine &amp; Appointment Reminders</a:t>
          </a:r>
        </a:p>
      </dsp:txBody>
      <dsp:txXfrm>
        <a:off x="796682" y="1399693"/>
        <a:ext cx="2470443" cy="860131"/>
      </dsp:txXfrm>
    </dsp:sp>
    <dsp:sp modelId="{C18FFCF4-BC9E-46E2-B1C4-D97C9907163A}">
      <dsp:nvSpPr>
        <dsp:cNvPr id="0" name=""/>
        <dsp:cNvSpPr/>
      </dsp:nvSpPr>
      <dsp:spPr>
        <a:xfrm rot="5400000">
          <a:off x="1860594" y="2309426"/>
          <a:ext cx="342619" cy="41114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GB" sz="1400" kern="1200"/>
        </a:p>
      </dsp:txBody>
      <dsp:txXfrm rot="-5400000">
        <a:off x="1908561" y="2343688"/>
        <a:ext cx="246685" cy="239833"/>
      </dsp:txXfrm>
    </dsp:sp>
    <dsp:sp modelId="{9DD802FE-34AD-44F1-853B-6E0B7E2790FB}">
      <dsp:nvSpPr>
        <dsp:cNvPr id="0" name=""/>
        <dsp:cNvSpPr/>
      </dsp:nvSpPr>
      <dsp:spPr>
        <a:xfrm>
          <a:off x="769922" y="2743411"/>
          <a:ext cx="2523963" cy="91365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rtl="0">
            <a:lnSpc>
              <a:spcPct val="90000"/>
            </a:lnSpc>
            <a:spcBef>
              <a:spcPct val="0"/>
            </a:spcBef>
            <a:spcAft>
              <a:spcPct val="35000"/>
            </a:spcAft>
            <a:buNone/>
          </a:pPr>
          <a:r>
            <a:rPr lang="en-GB" sz="1800" kern="1200">
              <a:latin typeface="Calibri"/>
              <a:ea typeface="Calibri"/>
              <a:cs typeface="Calibri"/>
            </a:rPr>
            <a:t>Safety Alerts</a:t>
          </a:r>
        </a:p>
      </dsp:txBody>
      <dsp:txXfrm>
        <a:off x="796682" y="2770171"/>
        <a:ext cx="2470443" cy="860131"/>
      </dsp:txXfrm>
    </dsp:sp>
    <dsp:sp modelId="{638F66AF-088E-4BAB-9A81-8081DDD06CCA}">
      <dsp:nvSpPr>
        <dsp:cNvPr id="0" name=""/>
        <dsp:cNvSpPr/>
      </dsp:nvSpPr>
      <dsp:spPr>
        <a:xfrm rot="5400000">
          <a:off x="1860594" y="3679904"/>
          <a:ext cx="342619" cy="41114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GB" sz="1400" kern="1200"/>
        </a:p>
      </dsp:txBody>
      <dsp:txXfrm rot="-5400000">
        <a:off x="1908561" y="3714166"/>
        <a:ext cx="246685" cy="239833"/>
      </dsp:txXfrm>
    </dsp:sp>
    <dsp:sp modelId="{8B36B5CE-83F7-46CC-8298-B445B24B0E28}">
      <dsp:nvSpPr>
        <dsp:cNvPr id="0" name=""/>
        <dsp:cNvSpPr/>
      </dsp:nvSpPr>
      <dsp:spPr>
        <a:xfrm>
          <a:off x="769922" y="4113889"/>
          <a:ext cx="2523963" cy="91365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rtl="0">
            <a:lnSpc>
              <a:spcPct val="90000"/>
            </a:lnSpc>
            <a:spcBef>
              <a:spcPct val="0"/>
            </a:spcBef>
            <a:spcAft>
              <a:spcPct val="35000"/>
            </a:spcAft>
            <a:buNone/>
          </a:pPr>
          <a:r>
            <a:rPr lang="en-GB" sz="1800" kern="1200">
              <a:latin typeface="Calibri"/>
              <a:ea typeface="Calibri"/>
              <a:cs typeface="Calibri"/>
            </a:rPr>
            <a:t>Companion interaction</a:t>
          </a:r>
        </a:p>
      </dsp:txBody>
      <dsp:txXfrm>
        <a:off x="796682" y="4140649"/>
        <a:ext cx="2470443" cy="860131"/>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3087928-A023-45BF-B752-5A3A4807BEA8}">
      <dsp:nvSpPr>
        <dsp:cNvPr id="0" name=""/>
        <dsp:cNvSpPr/>
      </dsp:nvSpPr>
      <dsp:spPr>
        <a:xfrm>
          <a:off x="0" y="4366"/>
          <a:ext cx="7182319" cy="930102"/>
        </a:xfrm>
        <a:prstGeom prst="roundRect">
          <a:avLst>
            <a:gd name="adj" fmla="val 10000"/>
          </a:avLst>
        </a:prstGeom>
        <a:solidFill>
          <a:schemeClr val="dk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9737E55-DAEA-4366-B245-DACA23A05A48}">
      <dsp:nvSpPr>
        <dsp:cNvPr id="0" name=""/>
        <dsp:cNvSpPr/>
      </dsp:nvSpPr>
      <dsp:spPr>
        <a:xfrm>
          <a:off x="281355" y="213639"/>
          <a:ext cx="511556" cy="511556"/>
        </a:xfrm>
        <a:prstGeom prst="rect">
          <a:avLst/>
        </a:prstGeom>
        <a:blipFill>
          <a:blip xmlns:r="http://schemas.openxmlformats.org/officeDocument/2006/relationships">
            <a:extLst>
              <a:ext uri="{96DAC541-7B7A-43D3-8B79-37D633B846F1}">
                <asvg:svgBlip xmlns:asvg="http://schemas.microsoft.com/office/drawing/2016/SVG/main" r:embed="rId1"/>
              </a:ext>
            </a:extLst>
          </a:blip>
          <a:stretch>
            <a:fillRect/>
          </a:stretch>
        </a:blipFill>
        <a:ln w="1905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54514F7-9EF2-40EB-B344-C9FD2A3302D8}">
      <dsp:nvSpPr>
        <dsp:cNvPr id="0" name=""/>
        <dsp:cNvSpPr/>
      </dsp:nvSpPr>
      <dsp:spPr>
        <a:xfrm>
          <a:off x="1074268" y="4366"/>
          <a:ext cx="6108050"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89000">
            <a:lnSpc>
              <a:spcPct val="100000"/>
            </a:lnSpc>
            <a:spcBef>
              <a:spcPct val="0"/>
            </a:spcBef>
            <a:spcAft>
              <a:spcPct val="35000"/>
            </a:spcAft>
            <a:buNone/>
          </a:pPr>
          <a:r>
            <a:rPr lang="en-US" sz="2000" kern="1200">
              <a:solidFill>
                <a:srgbClr val="444444"/>
              </a:solidFill>
              <a:latin typeface="Calibri"/>
              <a:ea typeface="Calibri"/>
              <a:cs typeface="Calibri"/>
            </a:rPr>
            <a:t>Voice trigger command: “Help”</a:t>
          </a:r>
        </a:p>
      </dsp:txBody>
      <dsp:txXfrm>
        <a:off x="1074268" y="4366"/>
        <a:ext cx="6108050" cy="930102"/>
      </dsp:txXfrm>
    </dsp:sp>
    <dsp:sp modelId="{8EF8E7C1-3479-4A82-9FAF-D426AD276FE5}">
      <dsp:nvSpPr>
        <dsp:cNvPr id="0" name=""/>
        <dsp:cNvSpPr/>
      </dsp:nvSpPr>
      <dsp:spPr>
        <a:xfrm>
          <a:off x="0" y="1166994"/>
          <a:ext cx="7182319" cy="930102"/>
        </a:xfrm>
        <a:prstGeom prst="roundRect">
          <a:avLst>
            <a:gd name="adj" fmla="val 10000"/>
          </a:avLst>
        </a:prstGeom>
        <a:solidFill>
          <a:schemeClr val="dk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7E8E6F9-4903-4F61-A772-32FA08DE3EC9}">
      <dsp:nvSpPr>
        <dsp:cNvPr id="0" name=""/>
        <dsp:cNvSpPr/>
      </dsp:nvSpPr>
      <dsp:spPr>
        <a:xfrm>
          <a:off x="281355" y="1376267"/>
          <a:ext cx="511556" cy="511556"/>
        </a:xfrm>
        <a:prstGeom prst="rect">
          <a:avLst/>
        </a:prstGeom>
        <a:blipFill>
          <a:blip xmlns:r="http://schemas.openxmlformats.org/officeDocument/2006/relationships">
            <a:extLst>
              <a:ext uri="{96DAC541-7B7A-43D3-8B79-37D633B846F1}">
                <asvg:svgBlip xmlns:asvg="http://schemas.microsoft.com/office/drawing/2016/SVG/main" r:embed="rId2"/>
              </a:ext>
            </a:extLst>
          </a:blip>
          <a:stretch>
            <a:fillRect/>
          </a:stretch>
        </a:blipFill>
        <a:ln w="1905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C0C28FF-2843-4F4F-BBC0-9B5BF4AFF929}">
      <dsp:nvSpPr>
        <dsp:cNvPr id="0" name=""/>
        <dsp:cNvSpPr/>
      </dsp:nvSpPr>
      <dsp:spPr>
        <a:xfrm>
          <a:off x="1074268" y="1166994"/>
          <a:ext cx="6108050"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44550">
            <a:lnSpc>
              <a:spcPct val="100000"/>
            </a:lnSpc>
            <a:spcBef>
              <a:spcPct val="0"/>
            </a:spcBef>
            <a:spcAft>
              <a:spcPct val="35000"/>
            </a:spcAft>
            <a:buNone/>
          </a:pPr>
          <a:r>
            <a:rPr lang="en-US" sz="1900" kern="1200">
              <a:latin typeface="Calibri"/>
              <a:ea typeface="Calibri"/>
              <a:cs typeface="Calibri"/>
            </a:rPr>
            <a:t>Long-press button activation</a:t>
          </a:r>
          <a:endParaRPr lang="en-GB" sz="1900" kern="1200">
            <a:latin typeface="Calibri"/>
            <a:ea typeface="Calibri"/>
            <a:cs typeface="Calibri"/>
          </a:endParaRPr>
        </a:p>
      </dsp:txBody>
      <dsp:txXfrm>
        <a:off x="1074268" y="1166994"/>
        <a:ext cx="6108050" cy="930102"/>
      </dsp:txXfrm>
    </dsp:sp>
    <dsp:sp modelId="{2336BB7F-C71A-4AE7-B47F-4C07DD6E97A8}">
      <dsp:nvSpPr>
        <dsp:cNvPr id="0" name=""/>
        <dsp:cNvSpPr/>
      </dsp:nvSpPr>
      <dsp:spPr>
        <a:xfrm>
          <a:off x="0" y="2329622"/>
          <a:ext cx="7182319" cy="930102"/>
        </a:xfrm>
        <a:prstGeom prst="roundRect">
          <a:avLst>
            <a:gd name="adj" fmla="val 10000"/>
          </a:avLst>
        </a:prstGeom>
        <a:solidFill>
          <a:schemeClr val="dk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9923A23-1BF9-48EE-AC31-E51F99A8A539}">
      <dsp:nvSpPr>
        <dsp:cNvPr id="0" name=""/>
        <dsp:cNvSpPr/>
      </dsp:nvSpPr>
      <dsp:spPr>
        <a:xfrm>
          <a:off x="281355" y="2538895"/>
          <a:ext cx="511556" cy="511556"/>
        </a:xfrm>
        <a:prstGeom prst="rect">
          <a:avLst/>
        </a:prstGeom>
        <a:blipFill>
          <a:blip xmlns:r="http://schemas.openxmlformats.org/officeDocument/2006/relationships">
            <a:extLst>
              <a:ext uri="{96DAC541-7B7A-43D3-8B79-37D633B846F1}">
                <asvg:svgBlip xmlns:asvg="http://schemas.microsoft.com/office/drawing/2016/SVG/main" r:embed="rId3"/>
              </a:ext>
            </a:extLst>
          </a:blip>
          <a:stretch>
            <a:fillRect/>
          </a:stretch>
        </a:blipFill>
        <a:ln w="1905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BB880FA-3F6E-4E06-AD78-720802AA9095}">
      <dsp:nvSpPr>
        <dsp:cNvPr id="0" name=""/>
        <dsp:cNvSpPr/>
      </dsp:nvSpPr>
      <dsp:spPr>
        <a:xfrm>
          <a:off x="1074268" y="2329622"/>
          <a:ext cx="6108050"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44550">
            <a:lnSpc>
              <a:spcPct val="100000"/>
            </a:lnSpc>
            <a:spcBef>
              <a:spcPct val="0"/>
            </a:spcBef>
            <a:spcAft>
              <a:spcPct val="35000"/>
            </a:spcAft>
            <a:buNone/>
          </a:pPr>
          <a:r>
            <a:rPr lang="en-US" sz="1900" kern="1200">
              <a:latin typeface="Calibri"/>
              <a:ea typeface="Calibri"/>
              <a:cs typeface="Calibri"/>
            </a:rPr>
            <a:t>Immediate task interruption</a:t>
          </a:r>
          <a:endParaRPr lang="en-GB" sz="1900" kern="1200">
            <a:latin typeface="Calibri"/>
            <a:ea typeface="Calibri"/>
            <a:cs typeface="Calibri"/>
          </a:endParaRPr>
        </a:p>
      </dsp:txBody>
      <dsp:txXfrm>
        <a:off x="1074268" y="2329622"/>
        <a:ext cx="6108050" cy="930102"/>
      </dsp:txXfrm>
    </dsp:sp>
    <dsp:sp modelId="{27946295-140B-4319-97E4-DFE728320594}">
      <dsp:nvSpPr>
        <dsp:cNvPr id="0" name=""/>
        <dsp:cNvSpPr/>
      </dsp:nvSpPr>
      <dsp:spPr>
        <a:xfrm>
          <a:off x="0" y="3492250"/>
          <a:ext cx="7182319" cy="930102"/>
        </a:xfrm>
        <a:prstGeom prst="roundRect">
          <a:avLst>
            <a:gd name="adj" fmla="val 10000"/>
          </a:avLst>
        </a:prstGeom>
        <a:solidFill>
          <a:schemeClr val="dk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9C96A3B-B56F-4372-959E-99B4E12B6A50}">
      <dsp:nvSpPr>
        <dsp:cNvPr id="0" name=""/>
        <dsp:cNvSpPr/>
      </dsp:nvSpPr>
      <dsp:spPr>
        <a:xfrm>
          <a:off x="281355" y="3701523"/>
          <a:ext cx="511556" cy="511556"/>
        </a:xfrm>
        <a:prstGeom prst="rect">
          <a:avLst/>
        </a:prstGeom>
        <a:blipFill>
          <a:blip xmlns:r="http://schemas.openxmlformats.org/officeDocument/2006/relationships">
            <a:extLst>
              <a:ext uri="{96DAC541-7B7A-43D3-8B79-37D633B846F1}">
                <asvg:svgBlip xmlns:asvg="http://schemas.microsoft.com/office/drawing/2016/SVG/main" r:embed="rId4"/>
              </a:ext>
            </a:extLst>
          </a:blip>
          <a:stretch>
            <a:fillRect/>
          </a:stretch>
        </a:blipFill>
        <a:ln w="1905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1F0C252-5AC5-4E08-89AC-C41DDE7F1ADA}">
      <dsp:nvSpPr>
        <dsp:cNvPr id="0" name=""/>
        <dsp:cNvSpPr/>
      </dsp:nvSpPr>
      <dsp:spPr>
        <a:xfrm>
          <a:off x="1074268" y="3492250"/>
          <a:ext cx="6108050"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44550">
            <a:lnSpc>
              <a:spcPct val="100000"/>
            </a:lnSpc>
            <a:spcBef>
              <a:spcPct val="0"/>
            </a:spcBef>
            <a:spcAft>
              <a:spcPct val="35000"/>
            </a:spcAft>
            <a:buNone/>
          </a:pPr>
          <a:r>
            <a:rPr lang="en-US" sz="1900" kern="1200">
              <a:latin typeface="Calibri"/>
              <a:ea typeface="Calibri"/>
              <a:cs typeface="Calibri"/>
            </a:rPr>
            <a:t>GSM-based alert notification system</a:t>
          </a:r>
          <a:endParaRPr lang="en-GB" sz="1900" kern="1200">
            <a:latin typeface="Calibri"/>
            <a:ea typeface="Calibri"/>
            <a:cs typeface="Calibri"/>
          </a:endParaRPr>
        </a:p>
      </dsp:txBody>
      <dsp:txXfrm>
        <a:off x="1074268" y="3492250"/>
        <a:ext cx="6108050" cy="930102"/>
      </dsp:txXfrm>
    </dsp:sp>
    <dsp:sp modelId="{0BD932AA-CAC4-43CA-B72D-F11880641C87}">
      <dsp:nvSpPr>
        <dsp:cNvPr id="0" name=""/>
        <dsp:cNvSpPr/>
      </dsp:nvSpPr>
      <dsp:spPr>
        <a:xfrm>
          <a:off x="0" y="4654878"/>
          <a:ext cx="7182319" cy="930102"/>
        </a:xfrm>
        <a:prstGeom prst="roundRect">
          <a:avLst>
            <a:gd name="adj" fmla="val 10000"/>
          </a:avLst>
        </a:prstGeom>
        <a:solidFill>
          <a:schemeClr val="dk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0C43639-3699-452B-B9C1-9F6EDAAC0297}">
      <dsp:nvSpPr>
        <dsp:cNvPr id="0" name=""/>
        <dsp:cNvSpPr/>
      </dsp:nvSpPr>
      <dsp:spPr>
        <a:xfrm>
          <a:off x="281355" y="4864151"/>
          <a:ext cx="511556" cy="511556"/>
        </a:xfrm>
        <a:prstGeom prst="rect">
          <a:avLst/>
        </a:prstGeom>
        <a:blipFill>
          <a:blip xmlns:r="http://schemas.openxmlformats.org/officeDocument/2006/relationships">
            <a:extLst>
              <a:ext uri="{96DAC541-7B7A-43D3-8B79-37D633B846F1}">
                <asvg:svgBlip xmlns:asvg="http://schemas.microsoft.com/office/drawing/2016/SVG/main" r:embed="rId5"/>
              </a:ext>
            </a:extLst>
          </a:blip>
          <a:stretch>
            <a:fillRect/>
          </a:stretch>
        </a:blipFill>
        <a:ln w="1905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DB7896A-3A1C-412E-9804-F62113CB2D41}">
      <dsp:nvSpPr>
        <dsp:cNvPr id="0" name=""/>
        <dsp:cNvSpPr/>
      </dsp:nvSpPr>
      <dsp:spPr>
        <a:xfrm>
          <a:off x="1074268" y="4654878"/>
          <a:ext cx="6108050"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44550">
            <a:lnSpc>
              <a:spcPct val="100000"/>
            </a:lnSpc>
            <a:spcBef>
              <a:spcPct val="0"/>
            </a:spcBef>
            <a:spcAft>
              <a:spcPct val="35000"/>
            </a:spcAft>
            <a:buNone/>
          </a:pPr>
          <a:r>
            <a:rPr lang="en-US" sz="1900" kern="1200">
              <a:latin typeface="Calibri"/>
              <a:ea typeface="Calibri"/>
              <a:cs typeface="Calibri"/>
            </a:rPr>
            <a:t>Priority override mechanism</a:t>
          </a:r>
          <a:endParaRPr lang="en-GB" sz="1900" kern="1200">
            <a:latin typeface="Calibri"/>
            <a:ea typeface="Calibri"/>
            <a:cs typeface="Calibri"/>
          </a:endParaRPr>
        </a:p>
      </dsp:txBody>
      <dsp:txXfrm>
        <a:off x="1074268" y="4654878"/>
        <a:ext cx="6108050" cy="93010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9752CD-A027-4E40-AEEB-D3731F2A3673}">
      <dsp:nvSpPr>
        <dsp:cNvPr id="0" name=""/>
        <dsp:cNvSpPr/>
      </dsp:nvSpPr>
      <dsp:spPr>
        <a:xfrm>
          <a:off x="702180" y="318016"/>
          <a:ext cx="1098000" cy="1098000"/>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C6CB85B-5F68-4136-A14F-A0617E89E507}">
      <dsp:nvSpPr>
        <dsp:cNvPr id="0" name=""/>
        <dsp:cNvSpPr/>
      </dsp:nvSpPr>
      <dsp:spPr>
        <a:xfrm>
          <a:off x="936180" y="552016"/>
          <a:ext cx="630000" cy="63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A2AEA5B-952D-41E9-A474-27480A4EA8E8}">
      <dsp:nvSpPr>
        <dsp:cNvPr id="0" name=""/>
        <dsp:cNvSpPr/>
      </dsp:nvSpPr>
      <dsp:spPr>
        <a:xfrm>
          <a:off x="351180" y="1758016"/>
          <a:ext cx="1800000" cy="112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defRPr cap="all"/>
          </a:pPr>
          <a:r>
            <a:rPr lang="en-US" sz="1800" b="1" kern="1200">
              <a:latin typeface="Calibri"/>
              <a:ea typeface="Calibri"/>
              <a:cs typeface="Calibri"/>
            </a:rPr>
            <a:t>Safe &amp; Offline</a:t>
          </a:r>
          <a:r>
            <a:rPr lang="en-US" sz="1800" kern="1200">
              <a:latin typeface="Calibri"/>
              <a:ea typeface="Calibri"/>
              <a:cs typeface="Calibri"/>
            </a:rPr>
            <a:t> - Telugu voice assistant for seniors</a:t>
          </a:r>
        </a:p>
      </dsp:txBody>
      <dsp:txXfrm>
        <a:off x="351180" y="1758016"/>
        <a:ext cx="1800000" cy="1125000"/>
      </dsp:txXfrm>
    </dsp:sp>
    <dsp:sp modelId="{A086AD68-8BA3-4249-AFDF-64BD42A02F15}">
      <dsp:nvSpPr>
        <dsp:cNvPr id="0" name=""/>
        <dsp:cNvSpPr/>
      </dsp:nvSpPr>
      <dsp:spPr>
        <a:xfrm>
          <a:off x="2817180" y="318016"/>
          <a:ext cx="1098000" cy="1098000"/>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A2DA3DA-231A-4DF5-AA2E-362329006100}">
      <dsp:nvSpPr>
        <dsp:cNvPr id="0" name=""/>
        <dsp:cNvSpPr/>
      </dsp:nvSpPr>
      <dsp:spPr>
        <a:xfrm>
          <a:off x="3051180" y="552016"/>
          <a:ext cx="630000" cy="63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E107964-53B3-43DB-9AD7-EC10E4E34C9B}">
      <dsp:nvSpPr>
        <dsp:cNvPr id="0" name=""/>
        <dsp:cNvSpPr/>
      </dsp:nvSpPr>
      <dsp:spPr>
        <a:xfrm>
          <a:off x="2466180" y="1758016"/>
          <a:ext cx="1800000" cy="112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cap="all"/>
          </a:pPr>
          <a:r>
            <a:rPr lang="en-US" sz="1400" b="1" kern="1200">
              <a:latin typeface="Calibri"/>
              <a:ea typeface="Calibri"/>
              <a:cs typeface="Calibri"/>
            </a:rPr>
            <a:t>Medicine &amp; Appointment Reminders</a:t>
          </a:r>
          <a:r>
            <a:rPr lang="en-US" sz="1400" kern="1200">
              <a:latin typeface="Calibri"/>
              <a:ea typeface="Calibri"/>
              <a:cs typeface="Calibri"/>
            </a:rPr>
            <a:t> – Automated alerts</a:t>
          </a:r>
        </a:p>
      </dsp:txBody>
      <dsp:txXfrm>
        <a:off x="2466180" y="1758016"/>
        <a:ext cx="1800000" cy="1125000"/>
      </dsp:txXfrm>
    </dsp:sp>
    <dsp:sp modelId="{B824DB64-EC82-42CC-B957-65C7A9E59FDF}">
      <dsp:nvSpPr>
        <dsp:cNvPr id="0" name=""/>
        <dsp:cNvSpPr/>
      </dsp:nvSpPr>
      <dsp:spPr>
        <a:xfrm>
          <a:off x="4932180" y="318016"/>
          <a:ext cx="1098000" cy="1098000"/>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F61187B-1E43-4BC0-8015-B324B40DF856}">
      <dsp:nvSpPr>
        <dsp:cNvPr id="0" name=""/>
        <dsp:cNvSpPr/>
      </dsp:nvSpPr>
      <dsp:spPr>
        <a:xfrm>
          <a:off x="5166180" y="552016"/>
          <a:ext cx="630000" cy="63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474C2D7-4231-4D0E-87C7-93F10BD365A1}">
      <dsp:nvSpPr>
        <dsp:cNvPr id="0" name=""/>
        <dsp:cNvSpPr/>
      </dsp:nvSpPr>
      <dsp:spPr>
        <a:xfrm>
          <a:off x="4581180" y="1758016"/>
          <a:ext cx="1800000" cy="112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cap="all"/>
          </a:pPr>
          <a:r>
            <a:rPr lang="en-US" sz="1400" b="1" kern="1200">
              <a:latin typeface="Calibri"/>
              <a:ea typeface="Calibri"/>
              <a:cs typeface="Calibri"/>
            </a:rPr>
            <a:t>Emergency Alerts</a:t>
          </a:r>
          <a:r>
            <a:rPr lang="en-US" sz="1400" kern="1200">
              <a:latin typeface="Calibri"/>
              <a:ea typeface="Calibri"/>
              <a:cs typeface="Calibri"/>
            </a:rPr>
            <a:t> – GSM calls &amp; SMS to caregivers</a:t>
          </a:r>
        </a:p>
      </dsp:txBody>
      <dsp:txXfrm>
        <a:off x="4581180" y="1758016"/>
        <a:ext cx="1800000" cy="1125000"/>
      </dsp:txXfrm>
    </dsp:sp>
    <dsp:sp modelId="{B4D0DD88-3E45-49AC-974B-DC943033C8CE}">
      <dsp:nvSpPr>
        <dsp:cNvPr id="0" name=""/>
        <dsp:cNvSpPr/>
      </dsp:nvSpPr>
      <dsp:spPr>
        <a:xfrm>
          <a:off x="7047180" y="318016"/>
          <a:ext cx="1098000" cy="1098000"/>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66BB970-3190-4D06-8CEB-B2ED81AC3835}">
      <dsp:nvSpPr>
        <dsp:cNvPr id="0" name=""/>
        <dsp:cNvSpPr/>
      </dsp:nvSpPr>
      <dsp:spPr>
        <a:xfrm>
          <a:off x="7281180" y="552016"/>
          <a:ext cx="630000" cy="63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92D94E0-EE9C-4872-AF3D-D061723E958F}">
      <dsp:nvSpPr>
        <dsp:cNvPr id="0" name=""/>
        <dsp:cNvSpPr/>
      </dsp:nvSpPr>
      <dsp:spPr>
        <a:xfrm>
          <a:off x="6696180" y="1758016"/>
          <a:ext cx="1800000" cy="112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cap="all"/>
          </a:pPr>
          <a:r>
            <a:rPr lang="en-US" sz="1400" b="1" kern="1200">
              <a:latin typeface="Calibri"/>
              <a:ea typeface="Calibri"/>
              <a:cs typeface="Calibri"/>
            </a:rPr>
            <a:t>Smart Home Control &amp; Companionship</a:t>
          </a:r>
          <a:r>
            <a:rPr lang="en-US" sz="1400" kern="1200">
              <a:latin typeface="Calibri"/>
              <a:ea typeface="Calibri"/>
              <a:cs typeface="Calibri"/>
            </a:rPr>
            <a:t> – Voice based interaction</a:t>
          </a:r>
        </a:p>
      </dsp:txBody>
      <dsp:txXfrm>
        <a:off x="6696180" y="1758016"/>
        <a:ext cx="1800000" cy="1125000"/>
      </dsp:txXfrm>
    </dsp:sp>
    <dsp:sp modelId="{827B4576-734C-422E-9F2D-019632FFC138}">
      <dsp:nvSpPr>
        <dsp:cNvPr id="0" name=""/>
        <dsp:cNvSpPr/>
      </dsp:nvSpPr>
      <dsp:spPr>
        <a:xfrm>
          <a:off x="9162180" y="318016"/>
          <a:ext cx="1098000" cy="1098000"/>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9B3F80F-3C31-49A5-81F1-235D2F0474A5}">
      <dsp:nvSpPr>
        <dsp:cNvPr id="0" name=""/>
        <dsp:cNvSpPr/>
      </dsp:nvSpPr>
      <dsp:spPr>
        <a:xfrm>
          <a:off x="9396180" y="552016"/>
          <a:ext cx="630000" cy="63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C7AB5D9-B301-47D7-B23F-08B8A2ABA7FA}">
      <dsp:nvSpPr>
        <dsp:cNvPr id="0" name=""/>
        <dsp:cNvSpPr/>
      </dsp:nvSpPr>
      <dsp:spPr>
        <a:xfrm>
          <a:off x="8811180" y="1758016"/>
          <a:ext cx="1800000" cy="112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cap="all"/>
          </a:pPr>
          <a:r>
            <a:rPr lang="en-US" sz="1400" b="1" kern="1200">
              <a:latin typeface="Calibri"/>
              <a:ea typeface="Calibri"/>
              <a:cs typeface="Calibri"/>
            </a:rPr>
            <a:t>Portable &amp; Privacy-Friendly</a:t>
          </a:r>
          <a:r>
            <a:rPr lang="en-US" sz="1400" kern="1200">
              <a:latin typeface="Calibri"/>
              <a:ea typeface="Calibri"/>
              <a:cs typeface="Calibri"/>
            </a:rPr>
            <a:t> – Expandable design for future sensors</a:t>
          </a:r>
        </a:p>
      </dsp:txBody>
      <dsp:txXfrm>
        <a:off x="8811180" y="1758016"/>
        <a:ext cx="1800000" cy="1125000"/>
      </dsp:txXfrm>
    </dsp:sp>
  </dsp:spTree>
</dsp:drawing>
</file>

<file path=ppt/diagrams/layout1.xml><?xml version="1.0" encoding="utf-8"?>
<dgm:layoutDef xmlns:dgm="http://schemas.openxmlformats.org/drawingml/2006/diagram" xmlns:a="http://schemas.openxmlformats.org/drawingml/2006/main" uniqueId="urn:microsoft.com/office/officeart/2016/7/layout/BasicTimeline">
  <dgm:title val="Basic Timeline"/>
  <dgm:desc val="Use to show a list of events in chronological order. The rounded rectangular shape contains the description while the date is shown below on the time line. It's the perfect SmartArt for displaying large amount of text with a medium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dgm:constrLst>
    <dgm:layoutNode name="divider" styleLbl="fgAccFollowNode1">
      <dgm:alg type="sp"/>
      <dgm:choose name="ArrowShape">
        <dgm:if name="ArrowShapeLTR" func="var" arg="dir" op="equ" val="norm">
          <dgm:shape xmlns:r="http://schemas.openxmlformats.org/officeDocument/2006/relationships" type="line" r:blip="" zOrderOff="-1">
            <dgm:adjLst/>
            <dgm:extLst>
              <a:ext uri="{B698B0E9-8C71-41B9-8309-B3DCBF30829C}">
                <dgm1612:spPr xmlns:dgm1612="http://schemas.microsoft.com/office/drawing/2016/12/diagram">
                  <a:ln>
                    <a:tailEnd type="triangle" w="lg" len="lg"/>
                  </a:ln>
                </dgm1612:spPr>
              </a:ext>
            </dgm:extLst>
          </dgm:shape>
        </dgm:if>
        <dgm:else name="ArrowShapeRTL">
          <dgm:shape xmlns:r="http://schemas.openxmlformats.org/officeDocument/2006/relationships" type="line" r:blip="" zOrderOff="-1">
            <dgm:adjLst/>
            <dgm:extLst>
              <a:ext uri="{B698B0E9-8C71-41B9-8309-B3DCBF30829C}">
                <dgm1612:spPr xmlns:dgm1612="http://schemas.microsoft.com/office/drawing/2016/12/diagram">
                  <a:ln>
                    <a:headEnd type="triangle" w="lg" len="lg"/>
                  </a:ln>
                </dgm1612:spPr>
              </a:ext>
            </dgm:extLst>
          </dgm:shape>
        </dgm:else>
      </dgm:choos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presOf/>
      <dgm:shape xmlns:r="http://schemas.openxmlformats.org/officeDocument/2006/relationships" r:blip="">
        <dgm:adjLst/>
      </dgm:shape>
      <dgm:choose name="constrBasedOnChildrenCount">
        <dgm:if name="constrForTwoChildren" axis="ch" ptType="node" func="cnt" op="lte" val="2">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16"/>
            <dgm:constr type="w" for="ch" ptType="sibTrans" op="equ"/>
            <dgm:constr type="primFontSz" for="des" forName="L1TextContainer" op="equ"/>
            <dgm:constr type="primFontSz" for="des" forName="L2TextContainer" op="equ"/>
          </dgm:constrLst>
        </dgm:if>
        <dgm:else name="constrForRest">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42"/>
            <dgm:constr type="w" for="ch" ptType="sibTrans" op="equ"/>
            <dgm:constr type="primFontSz" for="des" forName="L1TextContainer" op="equ"/>
            <dgm:constr type="primFontSz" for="des" forName="L2TextContainer" op="equ"/>
          </dgm:constrLst>
        </dgm:else>
      </dgm:choose>
      <dgm:forEach name="nodesForEach" axis="ch" ptType="node">
        <dgm:layoutNode name="composite">
          <dgm:alg type="composite"/>
          <dgm:shape xmlns:r="http://schemas.openxmlformats.org/officeDocument/2006/relationships" r:blip="">
            <dgm:adjLst/>
          </dgm:shape>
          <dgm:choose name="CaseForPlacingNodesAboveAndBelowDivider">
            <dgm:if name="CaseForPlacingNodeAboveDivider" axis="self" ptType="node" func="posOdd" op="equ" val="1">
              <dgm:constrLst>
                <dgm:constr type="w" for="ch" forName="L1TextContainer" refType="w" fact="0.88"/>
                <dgm:constr type="l" for="ch" forName="L1TextContainer" refType="w" fact="0.06"/>
                <dgm:constr type="t" for="ch" forName="L1TextContainer" refType="h" fact="0.537"/>
                <dgm:constr type="h" for="ch" forName="L1TextContainer" refType="h" fact="0.113"/>
                <dgm:constr type="w" for="ch" forName="L2TextContainerWrapper" refType="w"/>
                <dgm:constr type="h" for="ch" forName="L2TextContainerWrapper" refType="h" fact="0.31"/>
                <dgm:constr type="b" for="ch" forName="L2TextContainerWrapper" refType="h" fact="0.31"/>
                <dgm:constr type="w" for="ch" forName="ConnectLine"/>
                <dgm:constr type="l" for="ch" forName="ConnectLine" refType="w" fact="0.5"/>
                <dgm:constr type="h" for="ch" forName="ConnectLine" refType="h" fact="0.19"/>
                <dgm:constr type="t" for="ch" forName="ConnectLine" refType="h" fact="0.31"/>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t" for="ch" forName="EmptyPlaceHolder" refType="h" fact="0.65"/>
                <dgm:constr type="h" for="ch" forName="EmptyPlaceHolder" refType="h" fact="0.35"/>
              </dgm:constrLst>
            </dgm:if>
            <dgm:else name="CaseForPlacingNodeBelowDivider">
              <dgm:constrLst>
                <dgm:constr type="w" for="ch" forName="L1TextContainer" refType="w" fact="0.88"/>
                <dgm:constr type="l" for="ch" forName="L1TextContainer" refType="w" fact="0.06"/>
                <dgm:constr type="t" for="ch" forName="L1TextContainer" refType="h" fact="0.35"/>
                <dgm:constr type="h" for="ch" forName="L1TextContainer" refType="h" fact="0.113"/>
                <dgm:constr type="w" for="ch" forName="L2TextContainerWrapper" refType="w"/>
                <dgm:constr type="h" for="ch" forName="L2TextContainerWrapper" refType="h" fact="0.31"/>
                <dgm:constr type="t" for="ch" forName="L2TextContainerWrapper" refType="h" fact="0.69"/>
                <dgm:constr type="w" for="ch" forName="ConnectLine"/>
                <dgm:constr type="l" for="ch" forName="ConnectLine" refType="w" fact="0.5"/>
                <dgm:constr type="h" for="ch" forName="ConnectLine" refType="h" fact="0.19"/>
                <dgm:constr type="t" for="ch" forName="ConnectLine" refType="h" fact="0.5"/>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h" for="ch" forName="EmptyPlaceHolder" refType="h" fact="0.35"/>
                <dgm:constr type="t" for="ch" forName="EmptyPlaceHolder" refType="h" fact="0"/>
              </dgm:constrLst>
            </dgm:else>
          </dgm:choose>
          <dgm:layoutNode name="L1TextContainer" styleLbl="revTx">
            <dgm:varLst>
              <dgm:chMax val="1"/>
              <dgm:chPref val="1"/>
              <dgm:bulletEnabled val="1"/>
            </dgm:varLst>
            <dgm:choose name="casesForTxtDirLogic">
              <dgm:if name="Name78" axis="self" ptType="node" func="posOdd" op="equ" val="1">
                <dgm:alg type="tx">
                  <dgm:param type="txAnchorHorz" val="ctr"/>
                  <dgm:param type="txAnchorVert" val="t"/>
                  <dgm:param type="parTxLTRAlign" val="ctr"/>
                  <dgm:param type="parTxRTLAlign" val="ctr"/>
                </dgm:alg>
              </dgm:if>
              <dgm:else name="Name89">
                <dgm:alg type="tx">
                  <dgm:param type="txAnchorHorz" val="ctr"/>
                  <dgm:param type="txAnchorVert" val="b"/>
                  <dgm:param type="parTxLTRAlign" val="ctr"/>
                  <dgm:param type="parTxRTLAlign" val="ctr"/>
                </dgm:alg>
              </dgm:else>
            </dgm:choose>
            <dgm:shape xmlns:r="http://schemas.openxmlformats.org/officeDocument/2006/relationships" type="rect" r:blip="">
              <dgm:adjLst/>
            </dgm:shape>
            <dgm:presOf axis="self"/>
            <dgm:constrLst>
              <dgm:constr type="lMarg"/>
              <dgm:constr type="rMarg"/>
              <dgm:constr type="tMarg"/>
              <dgm:constr type="bMarg"/>
            </dgm:constrLst>
            <dgm:ruleLst>
              <dgm:rule type="primFontSz" val="14" fact="NaN" max="NaN"/>
            </dgm:ruleLst>
          </dgm:layoutNode>
          <dgm:layoutNode name="L2TextContainerWrapper">
            <dgm:varLst>
              <dgm:chMax val="0"/>
              <dgm:chPref val="0"/>
              <dgm:bulletEnabled val="1"/>
            </dgm:varLst>
            <dgm:alg type="composite"/>
            <dgm:choose name="L2TextContainerConstr">
              <dgm:if name="CaseForPlacingL2TextContaineAboveDivider" axis="self" ptType="node" func="posOdd" op="equ" val="1">
                <dgm:constrLst>
                  <dgm:constr type="h" for="ch" forName="L2TextContainer" refType="h" fact="0.55"/>
                  <dgm:constr type="b" for="ch" forName="L2TextContainer" refType="h"/>
                  <dgm:constr type="h" for="ch" forName="FlexibleEmptyPlaceHolder" refType="h" fact="0.45"/>
                </dgm:constrLst>
              </dgm:if>
              <dgm:else name="CaseForPlacingL2TextContaineBelowDivider">
                <dgm:constrLst>
                  <dgm:constr type="h" for="ch" forName="L2TextContainer" refType="h" fact="0.55"/>
                  <dgm:constr type="h" for="ch" forName="FlexibleEmptyPlaceHolder" refType="h" fact="0.45"/>
                  <dgm:constr type="b" for="ch" forName="FlexibleEmptyPlaceHolder" refType="h"/>
                </dgm:constrLst>
              </dgm:else>
            </dgm:choose>
            <dgm:layoutNode name="L2TextContainer" styleLbl="bgAcc1">
              <dgm:choose name="L2TextContainerAlgo">
                <dgm:if name="L2TextContainerAlgoLTR" func="var" arg="dir" op="equ" val="norm">
                  <dgm:alg type="tx">
                    <dgm:param type="txAnchorVert" val="mid"/>
                    <dgm:param type="parTxRTLAlign" val="l"/>
                    <dgm:param type="parTxLTRAlign" val="l"/>
                    <dgm:param type="txAnchorVertCh" val="mid"/>
                    <dgm:param type="shpTxRTLAlignCh" val="l"/>
                    <dgm:param type="shpTxLTRAlignCh" val="l"/>
                  </dgm:alg>
                </dgm:if>
                <dgm:else name="L2TextContainerAlgoRTL">
                  <dgm:alg type="tx">
                    <dgm:param type="txAnchorVert" val="mid"/>
                    <dgm:param type="parTxRTLAlign" val="r"/>
                    <dgm:param type="parTxLTRAlign" val="r"/>
                    <dgm:param type="txAnchorVertCh" val="mid"/>
                    <dgm:param type="shpTxRTLAlignCh" val="r"/>
                    <dgm:param type="shpTxLTRAlignCh" val="r"/>
                  </dgm:alg>
                </dgm:else>
              </dgm:choose>
              <dgm:shape xmlns:r="http://schemas.openxmlformats.org/officeDocument/2006/relationships" type="roundRect" r:blip="">
                <dgm:adjLst/>
              </dgm:shape>
              <dgm:presOf axis="des" ptType="node"/>
              <dgm:constrLst>
                <dgm:constr type="primFontSz" val="17"/>
                <dgm:constr type="lMarg" refType="primFontSz" fact="0.7"/>
                <dgm:constr type="rMarg" refType="primFontSz" fact="0.7"/>
                <dgm:constr type="tMarg" refType="primFontSz" fact="0.7"/>
                <dgm:constr type="bMarg" refType="primFontSz" fact="0.7"/>
              </dgm:constrLst>
              <dgm:ruleLst>
                <dgm:rule type="primFontSz" val="12" fact="NaN" max="NaN"/>
                <dgm:rule type="secFontSz" val="10" fact="NaN" max="NaN"/>
                <dgm:rule type="h" val="INF" fact="NaN" max="NaN"/>
              </dgm:ruleLst>
            </dgm:layoutNode>
            <dgm:layoutNode name="FlexibleEmptyPlaceHolder">
              <dgm:alg type="sp"/>
              <dgm:shape xmlns:r="http://schemas.openxmlformats.org/officeDocument/2006/relationships" r:blip="">
                <dgm:adjLst/>
              </dgm:shape>
              <dgm:presOf/>
              <dgm:constrLst/>
            </dgm:layoutNode>
          </dgm:layoutNode>
          <dgm:layoutNode name="ConnectLine" styleLbl="sibTrans1D1" moveWith="L2TextContainer">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orPoint" styleLbl="alignNode1" moveWith="L2TextContainer">
            <dgm:alg type="sp"/>
            <dgm:shape xmlns:r="http://schemas.openxmlformats.org/officeDocument/2006/relationships" type="ellipse" r:blip="" zOrderOff="1">
              <dgm:adj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Node>
  <dgm:extLst>
    <a:ext uri="{68A01E43-0DF5-4B5B-8FA6-DAF915123BFB}">
      <dgm1612:lstStyle xmlns:dgm1612="http://schemas.microsoft.com/office/drawing/2016/12/diagram">
        <a:lvl1pPr>
          <a:defRPr b="1"/>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FA2BF6-4F7C-4246-9F35-05FEF985A08D}" type="datetimeFigureOut">
              <a:rPr lang="en-US" smtClean="0"/>
              <a:t>5/2/2026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54134B-E377-45B0-8085-823FD21DCA1B}" type="slidenum">
              <a:rPr lang="en-US" smtClean="0"/>
              <a:t>‹#›</a:t>
            </a:fld>
            <a:endParaRPr lang="en-US"/>
          </a:p>
        </p:txBody>
      </p:sp>
    </p:spTree>
    <p:extLst>
      <p:ext uri="{BB962C8B-B14F-4D97-AF65-F5344CB8AC3E}">
        <p14:creationId xmlns:p14="http://schemas.microsoft.com/office/powerpoint/2010/main" val="10728330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554134B-E377-45B0-8085-823FD21DCA1B}" type="slidenum">
              <a:rPr lang="en-US" smtClean="0"/>
              <a:t>1</a:t>
            </a:fld>
            <a:endParaRPr lang="en-US"/>
          </a:p>
        </p:txBody>
      </p:sp>
    </p:spTree>
    <p:extLst>
      <p:ext uri="{BB962C8B-B14F-4D97-AF65-F5344CB8AC3E}">
        <p14:creationId xmlns:p14="http://schemas.microsoft.com/office/powerpoint/2010/main" val="37716992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486A9F-CC31-FF73-C122-D2D6D35CCE9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4F94EAF-71AF-790D-64C2-574FFE81B82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EA22225-BD71-E122-3D28-31F1418DD62D}"/>
              </a:ext>
            </a:extLst>
          </p:cNvPr>
          <p:cNvSpPr>
            <a:spLocks noGrp="1"/>
          </p:cNvSpPr>
          <p:nvPr>
            <p:ph type="dt" sz="half" idx="10"/>
          </p:nvPr>
        </p:nvSpPr>
        <p:spPr/>
        <p:txBody>
          <a:bodyPr/>
          <a:lstStyle/>
          <a:p>
            <a:fld id="{9AF7E0D7-5617-2C44-8E1B-238A380B3DA7}" type="datetimeFigureOut">
              <a:rPr lang="en-US" smtClean="0"/>
              <a:t>5/2/2026</a:t>
            </a:fld>
            <a:endParaRPr lang="en-US"/>
          </a:p>
        </p:txBody>
      </p:sp>
      <p:sp>
        <p:nvSpPr>
          <p:cNvPr id="5" name="Footer Placeholder 4">
            <a:extLst>
              <a:ext uri="{FF2B5EF4-FFF2-40B4-BE49-F238E27FC236}">
                <a16:creationId xmlns:a16="http://schemas.microsoft.com/office/drawing/2014/main" id="{EC1EB398-87B4-7CF1-8BA0-FC0EE7112A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D5E215-205A-10F4-CE25-6337BAE0FE64}"/>
              </a:ext>
            </a:extLst>
          </p:cNvPr>
          <p:cNvSpPr>
            <a:spLocks noGrp="1"/>
          </p:cNvSpPr>
          <p:nvPr>
            <p:ph type="sldNum" sz="quarter" idx="12"/>
          </p:nvPr>
        </p:nvSpPr>
        <p:spPr/>
        <p:txBody>
          <a:bodyPr/>
          <a:lstStyle/>
          <a:p>
            <a:fld id="{2FDFD18F-D674-F54F-9C1A-97350C4A4F5A}" type="slidenum">
              <a:rPr lang="en-US" smtClean="0"/>
              <a:t>‹#›</a:t>
            </a:fld>
            <a:endParaRPr lang="en-US"/>
          </a:p>
        </p:txBody>
      </p:sp>
    </p:spTree>
    <p:extLst>
      <p:ext uri="{BB962C8B-B14F-4D97-AF65-F5344CB8AC3E}">
        <p14:creationId xmlns:p14="http://schemas.microsoft.com/office/powerpoint/2010/main" val="31227368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696940-9C76-44AB-88C1-EE58AB19A76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3874F45-09B3-801B-BD00-110B1B4C6FC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88705D6-7193-7997-4487-39A791872D6D}"/>
              </a:ext>
            </a:extLst>
          </p:cNvPr>
          <p:cNvSpPr>
            <a:spLocks noGrp="1"/>
          </p:cNvSpPr>
          <p:nvPr>
            <p:ph type="dt" sz="half" idx="10"/>
          </p:nvPr>
        </p:nvSpPr>
        <p:spPr/>
        <p:txBody>
          <a:bodyPr/>
          <a:lstStyle/>
          <a:p>
            <a:fld id="{9AF7E0D7-5617-2C44-8E1B-238A380B3DA7}" type="datetimeFigureOut">
              <a:rPr lang="en-US" smtClean="0"/>
              <a:t>5/2/2026</a:t>
            </a:fld>
            <a:endParaRPr lang="en-US"/>
          </a:p>
        </p:txBody>
      </p:sp>
      <p:sp>
        <p:nvSpPr>
          <p:cNvPr id="5" name="Footer Placeholder 4">
            <a:extLst>
              <a:ext uri="{FF2B5EF4-FFF2-40B4-BE49-F238E27FC236}">
                <a16:creationId xmlns:a16="http://schemas.microsoft.com/office/drawing/2014/main" id="{D0DE09A7-BB69-FEE6-2C7D-023C82A813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CB1F920-B794-3A56-C983-362F9C3DD73B}"/>
              </a:ext>
            </a:extLst>
          </p:cNvPr>
          <p:cNvSpPr>
            <a:spLocks noGrp="1"/>
          </p:cNvSpPr>
          <p:nvPr>
            <p:ph type="sldNum" sz="quarter" idx="12"/>
          </p:nvPr>
        </p:nvSpPr>
        <p:spPr/>
        <p:txBody>
          <a:bodyPr/>
          <a:lstStyle/>
          <a:p>
            <a:fld id="{2FDFD18F-D674-F54F-9C1A-97350C4A4F5A}" type="slidenum">
              <a:rPr lang="en-US" smtClean="0"/>
              <a:t>‹#›</a:t>
            </a:fld>
            <a:endParaRPr lang="en-US"/>
          </a:p>
        </p:txBody>
      </p:sp>
    </p:spTree>
    <p:extLst>
      <p:ext uri="{BB962C8B-B14F-4D97-AF65-F5344CB8AC3E}">
        <p14:creationId xmlns:p14="http://schemas.microsoft.com/office/powerpoint/2010/main" val="28157325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6A9E3-EA10-3B8D-2ABF-537AC4A2EBB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7B5C9BC-8323-5E91-9AB5-F0EF47DFB7D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088DBDF-5E91-E05A-6D98-8C422090EDA2}"/>
              </a:ext>
            </a:extLst>
          </p:cNvPr>
          <p:cNvSpPr>
            <a:spLocks noGrp="1"/>
          </p:cNvSpPr>
          <p:nvPr>
            <p:ph type="dt" sz="half" idx="10"/>
          </p:nvPr>
        </p:nvSpPr>
        <p:spPr/>
        <p:txBody>
          <a:bodyPr/>
          <a:lstStyle/>
          <a:p>
            <a:fld id="{9AF7E0D7-5617-2C44-8E1B-238A380B3DA7}" type="datetimeFigureOut">
              <a:rPr lang="en-US" smtClean="0"/>
              <a:t>5/2/2026</a:t>
            </a:fld>
            <a:endParaRPr lang="en-US"/>
          </a:p>
        </p:txBody>
      </p:sp>
      <p:sp>
        <p:nvSpPr>
          <p:cNvPr id="5" name="Footer Placeholder 4">
            <a:extLst>
              <a:ext uri="{FF2B5EF4-FFF2-40B4-BE49-F238E27FC236}">
                <a16:creationId xmlns:a16="http://schemas.microsoft.com/office/drawing/2014/main" id="{12040E1C-93D9-CBD6-4B07-AD4A5E23F3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CDA340-C964-5028-0394-9608A4462A9F}"/>
              </a:ext>
            </a:extLst>
          </p:cNvPr>
          <p:cNvSpPr>
            <a:spLocks noGrp="1"/>
          </p:cNvSpPr>
          <p:nvPr>
            <p:ph type="sldNum" sz="quarter" idx="12"/>
          </p:nvPr>
        </p:nvSpPr>
        <p:spPr/>
        <p:txBody>
          <a:bodyPr/>
          <a:lstStyle/>
          <a:p>
            <a:fld id="{2FDFD18F-D674-F54F-9C1A-97350C4A4F5A}" type="slidenum">
              <a:rPr lang="en-US" smtClean="0"/>
              <a:t>‹#›</a:t>
            </a:fld>
            <a:endParaRPr lang="en-US"/>
          </a:p>
        </p:txBody>
      </p:sp>
    </p:spTree>
    <p:extLst>
      <p:ext uri="{BB962C8B-B14F-4D97-AF65-F5344CB8AC3E}">
        <p14:creationId xmlns:p14="http://schemas.microsoft.com/office/powerpoint/2010/main" val="13530225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20AD14-C3C2-B1B1-F849-CE9EA3212F6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EC33B2D-7021-D26B-57A1-553D24420D7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51ED90A-21AE-8FBD-0A7A-12AD619888D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A50F18-9C32-CDF7-D896-A9F228AEE1CE}"/>
              </a:ext>
            </a:extLst>
          </p:cNvPr>
          <p:cNvSpPr>
            <a:spLocks noGrp="1"/>
          </p:cNvSpPr>
          <p:nvPr>
            <p:ph type="dt" sz="half" idx="10"/>
          </p:nvPr>
        </p:nvSpPr>
        <p:spPr/>
        <p:txBody>
          <a:bodyPr/>
          <a:lstStyle/>
          <a:p>
            <a:fld id="{9AF7E0D7-5617-2C44-8E1B-238A380B3DA7}" type="datetimeFigureOut">
              <a:rPr lang="en-US" smtClean="0"/>
              <a:t>5/2/2026</a:t>
            </a:fld>
            <a:endParaRPr lang="en-US"/>
          </a:p>
        </p:txBody>
      </p:sp>
      <p:sp>
        <p:nvSpPr>
          <p:cNvPr id="6" name="Footer Placeholder 5">
            <a:extLst>
              <a:ext uri="{FF2B5EF4-FFF2-40B4-BE49-F238E27FC236}">
                <a16:creationId xmlns:a16="http://schemas.microsoft.com/office/drawing/2014/main" id="{4D4E0715-0F64-1ED2-1877-11BF5188ED8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40C2B2E-73A4-7CEA-2609-E3ACEF332AF7}"/>
              </a:ext>
            </a:extLst>
          </p:cNvPr>
          <p:cNvSpPr>
            <a:spLocks noGrp="1"/>
          </p:cNvSpPr>
          <p:nvPr>
            <p:ph type="sldNum" sz="quarter" idx="12"/>
          </p:nvPr>
        </p:nvSpPr>
        <p:spPr/>
        <p:txBody>
          <a:bodyPr/>
          <a:lstStyle/>
          <a:p>
            <a:fld id="{2FDFD18F-D674-F54F-9C1A-97350C4A4F5A}" type="slidenum">
              <a:rPr lang="en-US" smtClean="0"/>
              <a:t>‹#›</a:t>
            </a:fld>
            <a:endParaRPr lang="en-US"/>
          </a:p>
        </p:txBody>
      </p:sp>
    </p:spTree>
    <p:extLst>
      <p:ext uri="{BB962C8B-B14F-4D97-AF65-F5344CB8AC3E}">
        <p14:creationId xmlns:p14="http://schemas.microsoft.com/office/powerpoint/2010/main" val="12402779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2C615F-AB53-F198-5F2E-DDDE397B0FB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F3FE1AF-BF9E-6F92-2369-4B06DF318A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E1F6285-FCFA-C92E-CB34-695765D72A9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E71D9DA-CBA5-A3F1-FD0B-7769CFEC70F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2663EDB-7165-22BD-09E1-55F9F7BB92C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B2AB006-4561-8035-DF8E-689A89A552C4}"/>
              </a:ext>
            </a:extLst>
          </p:cNvPr>
          <p:cNvSpPr>
            <a:spLocks noGrp="1"/>
          </p:cNvSpPr>
          <p:nvPr>
            <p:ph type="dt" sz="half" idx="10"/>
          </p:nvPr>
        </p:nvSpPr>
        <p:spPr/>
        <p:txBody>
          <a:bodyPr/>
          <a:lstStyle/>
          <a:p>
            <a:fld id="{9AF7E0D7-5617-2C44-8E1B-238A380B3DA7}" type="datetimeFigureOut">
              <a:rPr lang="en-US" smtClean="0"/>
              <a:t>5/2/2026</a:t>
            </a:fld>
            <a:endParaRPr lang="en-US"/>
          </a:p>
        </p:txBody>
      </p:sp>
      <p:sp>
        <p:nvSpPr>
          <p:cNvPr id="8" name="Footer Placeholder 7">
            <a:extLst>
              <a:ext uri="{FF2B5EF4-FFF2-40B4-BE49-F238E27FC236}">
                <a16:creationId xmlns:a16="http://schemas.microsoft.com/office/drawing/2014/main" id="{C16A4297-E073-1E26-1208-0D87ED3EEF6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E5055CC-B40B-A52E-ECC3-19ACBFDF0DCB}"/>
              </a:ext>
            </a:extLst>
          </p:cNvPr>
          <p:cNvSpPr>
            <a:spLocks noGrp="1"/>
          </p:cNvSpPr>
          <p:nvPr>
            <p:ph type="sldNum" sz="quarter" idx="12"/>
          </p:nvPr>
        </p:nvSpPr>
        <p:spPr/>
        <p:txBody>
          <a:bodyPr/>
          <a:lstStyle/>
          <a:p>
            <a:fld id="{2FDFD18F-D674-F54F-9C1A-97350C4A4F5A}" type="slidenum">
              <a:rPr lang="en-US" smtClean="0"/>
              <a:t>‹#›</a:t>
            </a:fld>
            <a:endParaRPr lang="en-US"/>
          </a:p>
        </p:txBody>
      </p:sp>
    </p:spTree>
    <p:extLst>
      <p:ext uri="{BB962C8B-B14F-4D97-AF65-F5344CB8AC3E}">
        <p14:creationId xmlns:p14="http://schemas.microsoft.com/office/powerpoint/2010/main" val="37589459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0AF84-072E-5CB1-0908-DDAD51A0C30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9C70627-6638-2959-203C-448337FD5904}"/>
              </a:ext>
            </a:extLst>
          </p:cNvPr>
          <p:cNvSpPr>
            <a:spLocks noGrp="1"/>
          </p:cNvSpPr>
          <p:nvPr>
            <p:ph type="dt" sz="half" idx="10"/>
          </p:nvPr>
        </p:nvSpPr>
        <p:spPr/>
        <p:txBody>
          <a:bodyPr/>
          <a:lstStyle/>
          <a:p>
            <a:fld id="{9AF7E0D7-5617-2C44-8E1B-238A380B3DA7}" type="datetimeFigureOut">
              <a:rPr lang="en-US" smtClean="0"/>
              <a:t>5/2/2026</a:t>
            </a:fld>
            <a:endParaRPr lang="en-US"/>
          </a:p>
        </p:txBody>
      </p:sp>
      <p:sp>
        <p:nvSpPr>
          <p:cNvPr id="4" name="Footer Placeholder 3">
            <a:extLst>
              <a:ext uri="{FF2B5EF4-FFF2-40B4-BE49-F238E27FC236}">
                <a16:creationId xmlns:a16="http://schemas.microsoft.com/office/drawing/2014/main" id="{2BCE7DCC-94F1-78EC-12AA-5AD8024BD9C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AEB8308-AD80-3C24-184C-0A74D73D67EF}"/>
              </a:ext>
            </a:extLst>
          </p:cNvPr>
          <p:cNvSpPr>
            <a:spLocks noGrp="1"/>
          </p:cNvSpPr>
          <p:nvPr>
            <p:ph type="sldNum" sz="quarter" idx="12"/>
          </p:nvPr>
        </p:nvSpPr>
        <p:spPr/>
        <p:txBody>
          <a:bodyPr/>
          <a:lstStyle/>
          <a:p>
            <a:fld id="{2FDFD18F-D674-F54F-9C1A-97350C4A4F5A}" type="slidenum">
              <a:rPr lang="en-US" smtClean="0"/>
              <a:t>‹#›</a:t>
            </a:fld>
            <a:endParaRPr lang="en-US"/>
          </a:p>
        </p:txBody>
      </p:sp>
    </p:spTree>
    <p:extLst>
      <p:ext uri="{BB962C8B-B14F-4D97-AF65-F5344CB8AC3E}">
        <p14:creationId xmlns:p14="http://schemas.microsoft.com/office/powerpoint/2010/main" val="12065359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985049D-9CA1-133A-1987-F0DC6BBC8D7B}"/>
              </a:ext>
            </a:extLst>
          </p:cNvPr>
          <p:cNvSpPr>
            <a:spLocks noGrp="1"/>
          </p:cNvSpPr>
          <p:nvPr>
            <p:ph type="dt" sz="half" idx="10"/>
          </p:nvPr>
        </p:nvSpPr>
        <p:spPr/>
        <p:txBody>
          <a:bodyPr/>
          <a:lstStyle/>
          <a:p>
            <a:fld id="{9AF7E0D7-5617-2C44-8E1B-238A380B3DA7}" type="datetimeFigureOut">
              <a:rPr lang="en-US" smtClean="0"/>
              <a:t>5/2/2026</a:t>
            </a:fld>
            <a:endParaRPr lang="en-US"/>
          </a:p>
        </p:txBody>
      </p:sp>
      <p:sp>
        <p:nvSpPr>
          <p:cNvPr id="3" name="Footer Placeholder 2">
            <a:extLst>
              <a:ext uri="{FF2B5EF4-FFF2-40B4-BE49-F238E27FC236}">
                <a16:creationId xmlns:a16="http://schemas.microsoft.com/office/drawing/2014/main" id="{8E047579-2059-B6C7-D8F2-1E60D5E16EB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40AB999-499A-99A8-5548-20F31AC55A8D}"/>
              </a:ext>
            </a:extLst>
          </p:cNvPr>
          <p:cNvSpPr>
            <a:spLocks noGrp="1"/>
          </p:cNvSpPr>
          <p:nvPr>
            <p:ph type="sldNum" sz="quarter" idx="12"/>
          </p:nvPr>
        </p:nvSpPr>
        <p:spPr/>
        <p:txBody>
          <a:bodyPr/>
          <a:lstStyle/>
          <a:p>
            <a:fld id="{2FDFD18F-D674-F54F-9C1A-97350C4A4F5A}" type="slidenum">
              <a:rPr lang="en-US" smtClean="0"/>
              <a:t>‹#›</a:t>
            </a:fld>
            <a:endParaRPr lang="en-US"/>
          </a:p>
        </p:txBody>
      </p:sp>
    </p:spTree>
    <p:extLst>
      <p:ext uri="{BB962C8B-B14F-4D97-AF65-F5344CB8AC3E}">
        <p14:creationId xmlns:p14="http://schemas.microsoft.com/office/powerpoint/2010/main" val="13620338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6B6C1-7547-91ED-9310-944E959685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F7E4FD2-E27B-0134-0B43-07206870220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22EDB05-FEBA-97EC-59AC-2DE439879DD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6C2D62D-0B0F-3F11-A457-38127A6DB61C}"/>
              </a:ext>
            </a:extLst>
          </p:cNvPr>
          <p:cNvSpPr>
            <a:spLocks noGrp="1"/>
          </p:cNvSpPr>
          <p:nvPr>
            <p:ph type="dt" sz="half" idx="10"/>
          </p:nvPr>
        </p:nvSpPr>
        <p:spPr/>
        <p:txBody>
          <a:bodyPr/>
          <a:lstStyle/>
          <a:p>
            <a:fld id="{9AF7E0D7-5617-2C44-8E1B-238A380B3DA7}" type="datetimeFigureOut">
              <a:rPr lang="en-US" smtClean="0"/>
              <a:t>5/2/2026</a:t>
            </a:fld>
            <a:endParaRPr lang="en-US"/>
          </a:p>
        </p:txBody>
      </p:sp>
      <p:sp>
        <p:nvSpPr>
          <p:cNvPr id="6" name="Footer Placeholder 5">
            <a:extLst>
              <a:ext uri="{FF2B5EF4-FFF2-40B4-BE49-F238E27FC236}">
                <a16:creationId xmlns:a16="http://schemas.microsoft.com/office/drawing/2014/main" id="{7ABBE6F1-0C0B-B4BE-6A97-542A3EFFE45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249AD9E-5C91-9EA6-0C70-1B185CC849CA}"/>
              </a:ext>
            </a:extLst>
          </p:cNvPr>
          <p:cNvSpPr>
            <a:spLocks noGrp="1"/>
          </p:cNvSpPr>
          <p:nvPr>
            <p:ph type="sldNum" sz="quarter" idx="12"/>
          </p:nvPr>
        </p:nvSpPr>
        <p:spPr/>
        <p:txBody>
          <a:bodyPr/>
          <a:lstStyle/>
          <a:p>
            <a:fld id="{2FDFD18F-D674-F54F-9C1A-97350C4A4F5A}" type="slidenum">
              <a:rPr lang="en-US" smtClean="0"/>
              <a:t>‹#›</a:t>
            </a:fld>
            <a:endParaRPr lang="en-US"/>
          </a:p>
        </p:txBody>
      </p:sp>
    </p:spTree>
    <p:extLst>
      <p:ext uri="{BB962C8B-B14F-4D97-AF65-F5344CB8AC3E}">
        <p14:creationId xmlns:p14="http://schemas.microsoft.com/office/powerpoint/2010/main" val="20085769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7F8C41-7EFF-0C4E-242B-F64BE25D339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BC64D75-8E2F-39FF-BE0A-69C3717AA31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2062B61-73A2-35FB-EFD7-C6885B934D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024BD23-86C8-461A-F592-A61D12519B60}"/>
              </a:ext>
            </a:extLst>
          </p:cNvPr>
          <p:cNvSpPr>
            <a:spLocks noGrp="1"/>
          </p:cNvSpPr>
          <p:nvPr>
            <p:ph type="dt" sz="half" idx="10"/>
          </p:nvPr>
        </p:nvSpPr>
        <p:spPr/>
        <p:txBody>
          <a:bodyPr/>
          <a:lstStyle/>
          <a:p>
            <a:fld id="{9AF7E0D7-5617-2C44-8E1B-238A380B3DA7}" type="datetimeFigureOut">
              <a:rPr lang="en-US" smtClean="0"/>
              <a:t>5/2/2026</a:t>
            </a:fld>
            <a:endParaRPr lang="en-US"/>
          </a:p>
        </p:txBody>
      </p:sp>
      <p:sp>
        <p:nvSpPr>
          <p:cNvPr id="6" name="Footer Placeholder 5">
            <a:extLst>
              <a:ext uri="{FF2B5EF4-FFF2-40B4-BE49-F238E27FC236}">
                <a16:creationId xmlns:a16="http://schemas.microsoft.com/office/drawing/2014/main" id="{DD3BECB6-8DD6-BFBD-A6B0-0138CDD0F08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8AC1B0-0D53-DB45-3491-1B0B9764A540}"/>
              </a:ext>
            </a:extLst>
          </p:cNvPr>
          <p:cNvSpPr>
            <a:spLocks noGrp="1"/>
          </p:cNvSpPr>
          <p:nvPr>
            <p:ph type="sldNum" sz="quarter" idx="12"/>
          </p:nvPr>
        </p:nvSpPr>
        <p:spPr/>
        <p:txBody>
          <a:bodyPr/>
          <a:lstStyle/>
          <a:p>
            <a:fld id="{2FDFD18F-D674-F54F-9C1A-97350C4A4F5A}" type="slidenum">
              <a:rPr lang="en-US" smtClean="0"/>
              <a:t>‹#›</a:t>
            </a:fld>
            <a:endParaRPr lang="en-US"/>
          </a:p>
        </p:txBody>
      </p:sp>
    </p:spTree>
    <p:extLst>
      <p:ext uri="{BB962C8B-B14F-4D97-AF65-F5344CB8AC3E}">
        <p14:creationId xmlns:p14="http://schemas.microsoft.com/office/powerpoint/2010/main" val="5411980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000B13-964E-1EB9-5FAB-629BFC3CCCB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C5F0FE8-37CA-2171-FFC7-602CE015D7C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ADA68BA-0902-4A49-17C5-4942BFB21BB8}"/>
              </a:ext>
            </a:extLst>
          </p:cNvPr>
          <p:cNvSpPr>
            <a:spLocks noGrp="1"/>
          </p:cNvSpPr>
          <p:nvPr>
            <p:ph type="dt" sz="half" idx="10"/>
          </p:nvPr>
        </p:nvSpPr>
        <p:spPr/>
        <p:txBody>
          <a:bodyPr/>
          <a:lstStyle/>
          <a:p>
            <a:fld id="{9AF7E0D7-5617-2C44-8E1B-238A380B3DA7}" type="datetimeFigureOut">
              <a:rPr lang="en-US" smtClean="0"/>
              <a:t>5/2/2026</a:t>
            </a:fld>
            <a:endParaRPr lang="en-US"/>
          </a:p>
        </p:txBody>
      </p:sp>
      <p:sp>
        <p:nvSpPr>
          <p:cNvPr id="5" name="Footer Placeholder 4">
            <a:extLst>
              <a:ext uri="{FF2B5EF4-FFF2-40B4-BE49-F238E27FC236}">
                <a16:creationId xmlns:a16="http://schemas.microsoft.com/office/drawing/2014/main" id="{00AEA9D3-951E-C1FF-8056-E86DA2B0A5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1F625F-30E2-FA6C-7768-3075CEC4F37D}"/>
              </a:ext>
            </a:extLst>
          </p:cNvPr>
          <p:cNvSpPr>
            <a:spLocks noGrp="1"/>
          </p:cNvSpPr>
          <p:nvPr>
            <p:ph type="sldNum" sz="quarter" idx="12"/>
          </p:nvPr>
        </p:nvSpPr>
        <p:spPr/>
        <p:txBody>
          <a:bodyPr/>
          <a:lstStyle/>
          <a:p>
            <a:fld id="{2FDFD18F-D674-F54F-9C1A-97350C4A4F5A}" type="slidenum">
              <a:rPr lang="en-US" smtClean="0"/>
              <a:t>‹#›</a:t>
            </a:fld>
            <a:endParaRPr lang="en-US"/>
          </a:p>
        </p:txBody>
      </p:sp>
    </p:spTree>
    <p:extLst>
      <p:ext uri="{BB962C8B-B14F-4D97-AF65-F5344CB8AC3E}">
        <p14:creationId xmlns:p14="http://schemas.microsoft.com/office/powerpoint/2010/main" val="23800810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0537CFC-864C-63F0-F52E-0F11C3E3179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A16CB47-171B-4F25-E34F-AFB7CB9E653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C0F455-C3F5-A2BB-AE5D-5A486E9DBF93}"/>
              </a:ext>
            </a:extLst>
          </p:cNvPr>
          <p:cNvSpPr>
            <a:spLocks noGrp="1"/>
          </p:cNvSpPr>
          <p:nvPr>
            <p:ph type="dt" sz="half" idx="10"/>
          </p:nvPr>
        </p:nvSpPr>
        <p:spPr/>
        <p:txBody>
          <a:bodyPr/>
          <a:lstStyle/>
          <a:p>
            <a:fld id="{9AF7E0D7-5617-2C44-8E1B-238A380B3DA7}" type="datetimeFigureOut">
              <a:rPr lang="en-US" smtClean="0"/>
              <a:t>5/2/2026</a:t>
            </a:fld>
            <a:endParaRPr lang="en-US"/>
          </a:p>
        </p:txBody>
      </p:sp>
      <p:sp>
        <p:nvSpPr>
          <p:cNvPr id="5" name="Footer Placeholder 4">
            <a:extLst>
              <a:ext uri="{FF2B5EF4-FFF2-40B4-BE49-F238E27FC236}">
                <a16:creationId xmlns:a16="http://schemas.microsoft.com/office/drawing/2014/main" id="{2ED097EB-CD7D-68F8-E65A-7B8065D1FC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26A27C-438F-CED7-F21F-43AACE3766BA}"/>
              </a:ext>
            </a:extLst>
          </p:cNvPr>
          <p:cNvSpPr>
            <a:spLocks noGrp="1"/>
          </p:cNvSpPr>
          <p:nvPr>
            <p:ph type="sldNum" sz="quarter" idx="12"/>
          </p:nvPr>
        </p:nvSpPr>
        <p:spPr/>
        <p:txBody>
          <a:bodyPr/>
          <a:lstStyle/>
          <a:p>
            <a:fld id="{2FDFD18F-D674-F54F-9C1A-97350C4A4F5A}" type="slidenum">
              <a:rPr lang="en-US" smtClean="0"/>
              <a:t>‹#›</a:t>
            </a:fld>
            <a:endParaRPr lang="en-US"/>
          </a:p>
        </p:txBody>
      </p:sp>
    </p:spTree>
    <p:extLst>
      <p:ext uri="{BB962C8B-B14F-4D97-AF65-F5344CB8AC3E}">
        <p14:creationId xmlns:p14="http://schemas.microsoft.com/office/powerpoint/2010/main" val="5802459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DD30F93-DE84-6225-373E-8BF0B9A4F52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5917377-962E-1D88-305C-FE9D96E7F87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4DB3E32-FB8E-5CE3-9BE8-F69C9C8C687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AF7E0D7-5617-2C44-8E1B-238A380B3DA7}" type="datetimeFigureOut">
              <a:rPr lang="en-US" smtClean="0"/>
              <a:t>5/2/2026</a:t>
            </a:fld>
            <a:endParaRPr lang="en-US"/>
          </a:p>
        </p:txBody>
      </p:sp>
      <p:sp>
        <p:nvSpPr>
          <p:cNvPr id="5" name="Footer Placeholder 4">
            <a:extLst>
              <a:ext uri="{FF2B5EF4-FFF2-40B4-BE49-F238E27FC236}">
                <a16:creationId xmlns:a16="http://schemas.microsoft.com/office/drawing/2014/main" id="{517A1527-F8A1-01BE-7716-CA5674F9050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6AA4130-C287-3B75-CCEF-93A344E34CC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FDFD18F-D674-F54F-9C1A-97350C4A4F5A}" type="slidenum">
              <a:rPr lang="en-US" smtClean="0"/>
              <a:t>‹#›</a:t>
            </a:fld>
            <a:endParaRPr lang="en-US"/>
          </a:p>
        </p:txBody>
      </p:sp>
    </p:spTree>
    <p:extLst>
      <p:ext uri="{BB962C8B-B14F-4D97-AF65-F5344CB8AC3E}">
        <p14:creationId xmlns:p14="http://schemas.microsoft.com/office/powerpoint/2010/main" val="25624843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 /><Relationship Id="rId2" Type="http://schemas.openxmlformats.org/officeDocument/2006/relationships/notesSlide" Target="../notesSlides/notesSlide1.xml" /><Relationship Id="rId1" Type="http://schemas.openxmlformats.org/officeDocument/2006/relationships/slideLayout" Target="../slideLayouts/slideLayout1.xml" /><Relationship Id="rId4" Type="http://schemas.openxmlformats.org/officeDocument/2006/relationships/image" Target="../media/image2.png" /></Relationships>
</file>

<file path=ppt/slides/_rels/slide2.xml.rels><?xml version="1.0" encoding="UTF-8" standalone="yes"?>
<Relationships xmlns="http://schemas.openxmlformats.org/package/2006/relationships"><Relationship Id="rId2" Type="http://schemas.openxmlformats.org/officeDocument/2006/relationships/image" Target="../media/image3.jpeg" /><Relationship Id="rId1" Type="http://schemas.openxmlformats.org/officeDocument/2006/relationships/slideLayout" Target="../slideLayouts/slideLayout4.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 /><Relationship Id="rId2" Type="http://schemas.openxmlformats.org/officeDocument/2006/relationships/diagramData" Target="../diagrams/data1.xml" /><Relationship Id="rId1" Type="http://schemas.openxmlformats.org/officeDocument/2006/relationships/slideLayout" Target="../slideLayouts/slideLayout2.xml" /><Relationship Id="rId6" Type="http://schemas.microsoft.com/office/2007/relationships/diagramDrawing" Target="../diagrams/drawing1.xml" /><Relationship Id="rId5" Type="http://schemas.openxmlformats.org/officeDocument/2006/relationships/diagramColors" Target="../diagrams/colors1.xml" /><Relationship Id="rId4" Type="http://schemas.openxmlformats.org/officeDocument/2006/relationships/diagramQuickStyle" Target="../diagrams/quickStyle1.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3" Type="http://schemas.openxmlformats.org/officeDocument/2006/relationships/image" Target="../media/image5.jpeg" /><Relationship Id="rId2" Type="http://schemas.openxmlformats.org/officeDocument/2006/relationships/image" Target="../media/image4.jpeg" /><Relationship Id="rId1" Type="http://schemas.openxmlformats.org/officeDocument/2006/relationships/slideLayout" Target="../slideLayouts/slideLayout4.xml" /><Relationship Id="rId4" Type="http://schemas.openxmlformats.org/officeDocument/2006/relationships/image" Target="../media/image6.jpeg" /></Relationships>
</file>

<file path=ppt/slides/_rels/slide7.xml.rels><?xml version="1.0" encoding="UTF-8" standalone="yes"?>
<Relationships xmlns="http://schemas.openxmlformats.org/package/2006/relationships"><Relationship Id="rId2" Type="http://schemas.openxmlformats.org/officeDocument/2006/relationships/image" Target="../media/image7.jpeg" /><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2.xml" /><Relationship Id="rId2" Type="http://schemas.openxmlformats.org/officeDocument/2006/relationships/diagramData" Target="../diagrams/data2.xml" /><Relationship Id="rId1" Type="http://schemas.openxmlformats.org/officeDocument/2006/relationships/slideLayout" Target="../slideLayouts/slideLayout2.xml" /><Relationship Id="rId6" Type="http://schemas.microsoft.com/office/2007/relationships/diagramDrawing" Target="../diagrams/drawing2.xml" /><Relationship Id="rId5" Type="http://schemas.openxmlformats.org/officeDocument/2006/relationships/diagramColors" Target="../diagrams/colors2.xml" /><Relationship Id="rId4" Type="http://schemas.openxmlformats.org/officeDocument/2006/relationships/diagramQuickStyle" Target="../diagrams/quickStyle2.xml" /></Relationships>
</file>

<file path=ppt/slides/_rels/slide9.xml.rels><?xml version="1.0" encoding="UTF-8" standalone="yes"?>
<Relationships xmlns="http://schemas.openxmlformats.org/package/2006/relationships"><Relationship Id="rId2" Type="http://schemas.openxmlformats.org/officeDocument/2006/relationships/image" Target="../media/image8.jpeg" /><Relationship Id="rId1" Type="http://schemas.openxmlformats.org/officeDocument/2006/relationships/slideLayout" Target="../slideLayouts/slideLayout9.xml" /></Relationships>
</file>

<file path=ppt/slides/_rels/slide10.xml.rels><?xml version="1.0" encoding="UTF-8" standalone="yes"?>
<Relationships xmlns="http://schemas.openxmlformats.org/package/2006/relationships"><Relationship Id="rId2" Type="http://schemas.openxmlformats.org/officeDocument/2006/relationships/image" Target="../media/image9.jpeg" /><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3.xml" /><Relationship Id="rId2" Type="http://schemas.openxmlformats.org/officeDocument/2006/relationships/diagramData" Target="../diagrams/data3.xml" /><Relationship Id="rId1" Type="http://schemas.openxmlformats.org/officeDocument/2006/relationships/slideLayout" Target="../slideLayouts/slideLayout2.xml" /><Relationship Id="rId6" Type="http://schemas.microsoft.com/office/2007/relationships/diagramDrawing" Target="../diagrams/drawing3.xml" /><Relationship Id="rId5" Type="http://schemas.openxmlformats.org/officeDocument/2006/relationships/diagramColors" Target="../diagrams/colors3.xml" /><Relationship Id="rId4" Type="http://schemas.openxmlformats.org/officeDocument/2006/relationships/diagramQuickStyle" Target="../diagrams/quickStyle3.xml" /></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4.xml" /><Relationship Id="rId2" Type="http://schemas.openxmlformats.org/officeDocument/2006/relationships/diagramData" Target="../diagrams/data4.xml" /><Relationship Id="rId1" Type="http://schemas.openxmlformats.org/officeDocument/2006/relationships/slideLayout" Target="../slideLayouts/slideLayout2.xml" /><Relationship Id="rId6" Type="http://schemas.microsoft.com/office/2007/relationships/diagramDrawing" Target="../diagrams/drawing4.xml" /><Relationship Id="rId5" Type="http://schemas.openxmlformats.org/officeDocument/2006/relationships/diagramColors" Target="../diagrams/colors4.xml" /><Relationship Id="rId4" Type="http://schemas.openxmlformats.org/officeDocument/2006/relationships/diagramQuickStyle" Target="../diagrams/quickStyle4.xml" /></Relationships>
</file>

<file path=ppt/slides/_rels/slide13.xml.rels><?xml version="1.0" encoding="UTF-8" standalone="yes"?>
<Relationships xmlns="http://schemas.openxmlformats.org/package/2006/relationships"><Relationship Id="rId2" Type="http://schemas.openxmlformats.org/officeDocument/2006/relationships/image" Target="../media/image17.jpeg" /><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5.xml" /><Relationship Id="rId2" Type="http://schemas.openxmlformats.org/officeDocument/2006/relationships/diagramData" Target="../diagrams/data5.xml" /><Relationship Id="rId1" Type="http://schemas.openxmlformats.org/officeDocument/2006/relationships/slideLayout" Target="../slideLayouts/slideLayout8.xml" /><Relationship Id="rId6" Type="http://schemas.microsoft.com/office/2007/relationships/diagramDrawing" Target="../diagrams/drawing5.xml" /><Relationship Id="rId5" Type="http://schemas.openxmlformats.org/officeDocument/2006/relationships/diagramColors" Target="../diagrams/colors5.xml" /><Relationship Id="rId4" Type="http://schemas.openxmlformats.org/officeDocument/2006/relationships/diagramQuickStyle" Target="../diagrams/quickStyle5.xm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6.xml" /><Relationship Id="rId2" Type="http://schemas.openxmlformats.org/officeDocument/2006/relationships/diagramData" Target="../diagrams/data6.xml" /><Relationship Id="rId1" Type="http://schemas.openxmlformats.org/officeDocument/2006/relationships/slideLayout" Target="../slideLayouts/slideLayout2.xml" /><Relationship Id="rId6" Type="http://schemas.microsoft.com/office/2007/relationships/diagramDrawing" Target="../diagrams/drawing6.xml" /><Relationship Id="rId5" Type="http://schemas.openxmlformats.org/officeDocument/2006/relationships/diagramColors" Target="../diagrams/colors6.xml" /><Relationship Id="rId4" Type="http://schemas.openxmlformats.org/officeDocument/2006/relationships/diagramQuickStyle" Target="../diagrams/quickStyle6.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B6E901-AA4A-E3B5-AD35-826F26DC1C27}"/>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F8872E45-6132-CF81-A784-9D536A57373C}"/>
              </a:ext>
            </a:extLst>
          </p:cNvPr>
          <p:cNvPicPr>
            <a:picLocks noChangeAspect="1"/>
          </p:cNvPicPr>
          <p:nvPr/>
        </p:nvPicPr>
        <p:blipFill>
          <a:blip r:embed="rId3"/>
          <a:srcRect l="1550" r="1550"/>
          <a:stretch/>
        </p:blipFill>
        <p:spPr>
          <a:xfrm>
            <a:off x="8182" y="1942005"/>
            <a:ext cx="7706616" cy="1344289"/>
          </a:xfrm>
          <a:prstGeom prst="rect">
            <a:avLst/>
          </a:prstGeom>
        </p:spPr>
      </p:pic>
      <p:sp>
        <p:nvSpPr>
          <p:cNvPr id="2" name="Title 1">
            <a:extLst>
              <a:ext uri="{FF2B5EF4-FFF2-40B4-BE49-F238E27FC236}">
                <a16:creationId xmlns:a16="http://schemas.microsoft.com/office/drawing/2014/main" id="{8A762DDE-48DD-A385-4F7B-A2D7A6AF2034}"/>
              </a:ext>
            </a:extLst>
          </p:cNvPr>
          <p:cNvSpPr>
            <a:spLocks noGrp="1"/>
          </p:cNvSpPr>
          <p:nvPr>
            <p:ph type="ctrTitle"/>
          </p:nvPr>
        </p:nvSpPr>
        <p:spPr>
          <a:xfrm>
            <a:off x="1193" y="3291302"/>
            <a:ext cx="7454926" cy="1235357"/>
          </a:xfrm>
        </p:spPr>
        <p:txBody>
          <a:bodyPr>
            <a:noAutofit/>
          </a:bodyPr>
          <a:lstStyle/>
          <a:p>
            <a:r>
              <a:rPr lang="en-GB" sz="4000">
                <a:latin typeface="Calibri"/>
                <a:ea typeface="Calibri"/>
                <a:cs typeface="Calibri"/>
              </a:rPr>
              <a:t>Localized Voice Assistant</a:t>
            </a:r>
            <a:br>
              <a:rPr lang="en-GB" sz="4400">
                <a:latin typeface="Calibri"/>
                <a:ea typeface="Calibri"/>
                <a:cs typeface="Calibri"/>
              </a:rPr>
            </a:br>
            <a:r>
              <a:rPr lang="en-GB" sz="4000">
                <a:latin typeface="Calibri"/>
                <a:ea typeface="Calibri"/>
                <a:cs typeface="Calibri"/>
              </a:rPr>
              <a:t>for Senior Citizens</a:t>
            </a:r>
            <a:endParaRPr lang="en-US" sz="4000">
              <a:latin typeface="Calibri"/>
              <a:ea typeface="Calibri"/>
              <a:cs typeface="Calibri"/>
            </a:endParaRPr>
          </a:p>
        </p:txBody>
      </p:sp>
      <p:sp>
        <p:nvSpPr>
          <p:cNvPr id="6" name="Oval 5">
            <a:extLst>
              <a:ext uri="{FF2B5EF4-FFF2-40B4-BE49-F238E27FC236}">
                <a16:creationId xmlns:a16="http://schemas.microsoft.com/office/drawing/2014/main" id="{93E00D1B-6540-0117-5284-4BF252C29251}"/>
              </a:ext>
            </a:extLst>
          </p:cNvPr>
          <p:cNvSpPr/>
          <p:nvPr/>
        </p:nvSpPr>
        <p:spPr>
          <a:xfrm>
            <a:off x="7443980" y="673458"/>
            <a:ext cx="6684537" cy="6504285"/>
          </a:xfrm>
          <a:prstGeom prst="ellipse">
            <a:avLst/>
          </a:prstGeom>
          <a:solidFill>
            <a:srgbClr val="5C9C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Calibri"/>
              <a:ea typeface="Calibri"/>
              <a:cs typeface="Calibri"/>
            </a:endParaRPr>
          </a:p>
        </p:txBody>
      </p:sp>
      <p:sp>
        <p:nvSpPr>
          <p:cNvPr id="3" name="Subtitle 2">
            <a:extLst>
              <a:ext uri="{FF2B5EF4-FFF2-40B4-BE49-F238E27FC236}">
                <a16:creationId xmlns:a16="http://schemas.microsoft.com/office/drawing/2014/main" id="{7B8B9D5F-28D1-83AB-7A87-DE382BE8C9B3}"/>
              </a:ext>
            </a:extLst>
          </p:cNvPr>
          <p:cNvSpPr>
            <a:spLocks noGrp="1"/>
          </p:cNvSpPr>
          <p:nvPr>
            <p:ph type="subTitle" idx="1"/>
          </p:nvPr>
        </p:nvSpPr>
        <p:spPr>
          <a:xfrm>
            <a:off x="4564919" y="4534587"/>
            <a:ext cx="2872544" cy="2200411"/>
          </a:xfrm>
        </p:spPr>
        <p:txBody>
          <a:bodyPr vert="horz" lIns="91440" tIns="45720" rIns="91440" bIns="45720" rtlCol="0" anchor="t">
            <a:noAutofit/>
          </a:bodyPr>
          <a:lstStyle/>
          <a:p>
            <a:pPr algn="l"/>
            <a:r>
              <a:rPr lang="en-GB" sz="1400" dirty="0">
                <a:latin typeface="Calibri"/>
                <a:ea typeface="Calibri"/>
                <a:cs typeface="Calibri"/>
              </a:rPr>
              <a:t>Presented by: </a:t>
            </a:r>
          </a:p>
          <a:p>
            <a:pPr algn="l"/>
            <a:r>
              <a:rPr lang="en-GB" sz="1400" dirty="0">
                <a:latin typeface="Calibri"/>
                <a:ea typeface="Calibri"/>
                <a:cs typeface="Calibri"/>
              </a:rPr>
              <a:t>24B91A0408 – A. Sravanthi</a:t>
            </a:r>
          </a:p>
          <a:p>
            <a:pPr algn="l"/>
            <a:r>
              <a:rPr lang="en-GB" sz="1400" dirty="0">
                <a:latin typeface="Calibri"/>
                <a:ea typeface="Calibri"/>
                <a:cs typeface="Calibri"/>
              </a:rPr>
              <a:t>24B91A0457 – G.P.S. Lakshmi  </a:t>
            </a:r>
            <a:endParaRPr lang="en-US" sz="1400" dirty="0">
              <a:latin typeface="Calibri"/>
              <a:ea typeface="Calibri"/>
              <a:cs typeface="Calibri"/>
            </a:endParaRPr>
          </a:p>
          <a:p>
            <a:pPr algn="l"/>
            <a:r>
              <a:rPr lang="en-GB" sz="1400" dirty="0">
                <a:latin typeface="Calibri"/>
                <a:ea typeface="Calibri"/>
                <a:cs typeface="Calibri"/>
              </a:rPr>
              <a:t>24B91A0462 – G. Pavani</a:t>
            </a:r>
          </a:p>
          <a:p>
            <a:pPr algn="l"/>
            <a:r>
              <a:rPr lang="en-GB" sz="1400" dirty="0">
                <a:latin typeface="Calibri"/>
                <a:ea typeface="Calibri"/>
                <a:cs typeface="Calibri"/>
              </a:rPr>
              <a:t>24B91A0467 – G. Yasaswini </a:t>
            </a:r>
            <a:endParaRPr lang="en-US" sz="1400" dirty="0">
              <a:latin typeface="Calibri"/>
              <a:ea typeface="Calibri"/>
              <a:cs typeface="Calibri"/>
            </a:endParaRPr>
          </a:p>
          <a:p>
            <a:pPr algn="l"/>
            <a:r>
              <a:rPr lang="en-GB" sz="1400" dirty="0">
                <a:latin typeface="Calibri"/>
                <a:ea typeface="Calibri"/>
                <a:cs typeface="Calibri"/>
              </a:rPr>
              <a:t>24B91A0468– G. Rekha</a:t>
            </a:r>
          </a:p>
          <a:p>
            <a:pPr algn="l"/>
            <a:r>
              <a:rPr lang="en-GB" sz="1400" dirty="0">
                <a:latin typeface="Calibri"/>
                <a:ea typeface="Calibri"/>
                <a:cs typeface="Calibri"/>
              </a:rPr>
              <a:t>24B91A0472 – I. Harshini</a:t>
            </a:r>
            <a:endParaRPr lang="en-US" sz="1400" dirty="0">
              <a:latin typeface="Calibri"/>
              <a:ea typeface="Calibri"/>
              <a:cs typeface="Calibri"/>
            </a:endParaRPr>
          </a:p>
          <a:p>
            <a:endParaRPr lang="en-GB" sz="1400" dirty="0">
              <a:latin typeface="Calibri"/>
              <a:ea typeface="Calibri"/>
              <a:cs typeface="Calibri"/>
            </a:endParaRPr>
          </a:p>
        </p:txBody>
      </p:sp>
      <p:sp>
        <p:nvSpPr>
          <p:cNvPr id="8" name="Speech Bubble: Oval 7">
            <a:extLst>
              <a:ext uri="{FF2B5EF4-FFF2-40B4-BE49-F238E27FC236}">
                <a16:creationId xmlns:a16="http://schemas.microsoft.com/office/drawing/2014/main" id="{C48255E1-954D-BB3F-4D9B-999AA76858F5}"/>
              </a:ext>
            </a:extLst>
          </p:cNvPr>
          <p:cNvSpPr/>
          <p:nvPr/>
        </p:nvSpPr>
        <p:spPr>
          <a:xfrm flipH="1">
            <a:off x="7278219" y="105894"/>
            <a:ext cx="3004749" cy="1705396"/>
          </a:xfrm>
          <a:prstGeom prst="wedgeEllipseCallout">
            <a:avLst>
              <a:gd name="adj1" fmla="val -30683"/>
              <a:gd name="adj2" fmla="val 78657"/>
            </a:avLst>
          </a:prstGeom>
          <a:solidFill>
            <a:srgbClr val="0A2A33"/>
          </a:solidFill>
          <a:ln>
            <a:solidFill>
              <a:srgbClr val="1C5D63"/>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2800" dirty="0">
                <a:latin typeface="Calibri"/>
                <a:ea typeface="Calibri"/>
                <a:cs typeface="Calibri"/>
              </a:rPr>
              <a:t>Hey</a:t>
            </a:r>
          </a:p>
          <a:p>
            <a:pPr algn="ctr"/>
            <a:r>
              <a:rPr lang="en-GB" sz="2800" dirty="0">
                <a:latin typeface="Calibri"/>
                <a:ea typeface="Calibri"/>
                <a:cs typeface="Calibri"/>
              </a:rPr>
              <a:t>Lumi !!</a:t>
            </a:r>
            <a:br>
              <a:rPr lang="en-GB" sz="2800" dirty="0">
                <a:latin typeface="Calibri"/>
                <a:ea typeface="Calibri"/>
                <a:cs typeface="Calibri"/>
              </a:rPr>
            </a:br>
            <a:endParaRPr lang="en-GB" sz="2800" dirty="0">
              <a:latin typeface="Calibri"/>
              <a:ea typeface="Calibri"/>
              <a:cs typeface="Calibri"/>
            </a:endParaRPr>
          </a:p>
        </p:txBody>
      </p:sp>
      <p:pic>
        <p:nvPicPr>
          <p:cNvPr id="9" name="Picture 8" descr="A Female Teacher Explaining The Lesson Cartoon, Teacher Clipart, Cartoon  Clipart, Female Clipart PNG Transparent Image and Clipart for Free Download">
            <a:extLst>
              <a:ext uri="{FF2B5EF4-FFF2-40B4-BE49-F238E27FC236}">
                <a16:creationId xmlns:a16="http://schemas.microsoft.com/office/drawing/2014/main" id="{A95048D6-4796-008E-28D7-E1755B31428F}"/>
              </a:ext>
            </a:extLst>
          </p:cNvPr>
          <p:cNvPicPr>
            <a:picLocks noChangeAspect="1"/>
          </p:cNvPicPr>
          <p:nvPr/>
        </p:nvPicPr>
        <p:blipFill>
          <a:blip r:embed="rId4"/>
          <a:srcRect l="8075" t="3327" r="-363" b="341"/>
          <a:stretch>
            <a:fillRect/>
          </a:stretch>
        </p:blipFill>
        <p:spPr>
          <a:xfrm>
            <a:off x="8205220" y="862017"/>
            <a:ext cx="3988624" cy="5990891"/>
          </a:xfrm>
          <a:prstGeom prst="rect">
            <a:avLst/>
          </a:prstGeom>
        </p:spPr>
      </p:pic>
    </p:spTree>
    <p:extLst>
      <p:ext uri="{BB962C8B-B14F-4D97-AF65-F5344CB8AC3E}">
        <p14:creationId xmlns:p14="http://schemas.microsoft.com/office/powerpoint/2010/main" val="19253092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DDA7B-CAD7-29A8-133C-1F5C95E0E1C1}"/>
              </a:ext>
            </a:extLst>
          </p:cNvPr>
          <p:cNvSpPr>
            <a:spLocks noGrp="1"/>
          </p:cNvSpPr>
          <p:nvPr>
            <p:ph type="title"/>
          </p:nvPr>
        </p:nvSpPr>
        <p:spPr>
          <a:xfrm>
            <a:off x="7007269" y="365125"/>
            <a:ext cx="3511464" cy="1095919"/>
          </a:xfrm>
        </p:spPr>
        <p:txBody>
          <a:bodyPr>
            <a:normAutofit/>
          </a:bodyPr>
          <a:lstStyle/>
          <a:p>
            <a:pPr algn="ctr"/>
            <a:r>
              <a:rPr lang="en-GB" sz="4000">
                <a:latin typeface="Calibri"/>
                <a:ea typeface="Calibri"/>
                <a:cs typeface="Calibri"/>
              </a:rPr>
              <a:t>Introduction</a:t>
            </a:r>
            <a:endParaRPr lang="en-US" sz="4000">
              <a:latin typeface="Calibri"/>
              <a:ea typeface="Calibri"/>
              <a:cs typeface="Calibri"/>
            </a:endParaRPr>
          </a:p>
        </p:txBody>
      </p:sp>
      <p:sp>
        <p:nvSpPr>
          <p:cNvPr id="3" name="Content Placeholder 2">
            <a:extLst>
              <a:ext uri="{FF2B5EF4-FFF2-40B4-BE49-F238E27FC236}">
                <a16:creationId xmlns:a16="http://schemas.microsoft.com/office/drawing/2014/main" id="{35D5433B-2E84-60C3-05AE-2EE0005F5782}"/>
              </a:ext>
            </a:extLst>
          </p:cNvPr>
          <p:cNvSpPr>
            <a:spLocks noGrp="1"/>
          </p:cNvSpPr>
          <p:nvPr>
            <p:ph sz="half" idx="1"/>
          </p:nvPr>
        </p:nvSpPr>
        <p:spPr>
          <a:xfrm>
            <a:off x="5723351" y="1460282"/>
            <a:ext cx="6079298" cy="4351338"/>
          </a:xfrm>
        </p:spPr>
        <p:txBody>
          <a:bodyPr vert="horz" lIns="91440" tIns="45720" rIns="91440" bIns="45720" rtlCol="0" anchor="ctr">
            <a:normAutofit/>
          </a:bodyPr>
          <a:lstStyle/>
          <a:p>
            <a:pPr marL="0" indent="0">
              <a:buNone/>
            </a:pPr>
            <a:r>
              <a:rPr lang="en-US" sz="2000">
                <a:latin typeface="Calibri"/>
                <a:ea typeface="Calibri"/>
                <a:cs typeface="Calibri"/>
              </a:rPr>
              <a:t>The Problem Today</a:t>
            </a:r>
          </a:p>
          <a:p>
            <a:r>
              <a:rPr lang="en-US" sz="1800">
                <a:latin typeface="Calibri"/>
                <a:ea typeface="Calibri"/>
                <a:cs typeface="Calibri"/>
              </a:rPr>
              <a:t>Senior citizens struggle with complex digital devices.</a:t>
            </a:r>
            <a:endParaRPr lang="en-US">
              <a:latin typeface="Calibri"/>
              <a:ea typeface="Calibri"/>
              <a:cs typeface="Calibri"/>
            </a:endParaRPr>
          </a:p>
          <a:p>
            <a:r>
              <a:rPr lang="en-US" sz="1800">
                <a:latin typeface="Calibri"/>
                <a:ea typeface="Calibri"/>
                <a:cs typeface="Calibri"/>
              </a:rPr>
              <a:t>Medicines and emergency situations are not managed effectively.</a:t>
            </a:r>
            <a:endParaRPr lang="en-US">
              <a:latin typeface="Calibri"/>
              <a:ea typeface="Calibri"/>
              <a:cs typeface="Calibri"/>
            </a:endParaRPr>
          </a:p>
          <a:p>
            <a:r>
              <a:rPr lang="en-US" sz="1800">
                <a:latin typeface="Calibri"/>
                <a:ea typeface="Calibri"/>
                <a:cs typeface="Calibri"/>
              </a:rPr>
              <a:t>Many smart assistants depend on continuous internet connectivity.</a:t>
            </a:r>
            <a:endParaRPr lang="en-US">
              <a:latin typeface="Calibri"/>
              <a:ea typeface="Calibri"/>
              <a:cs typeface="Calibri"/>
            </a:endParaRPr>
          </a:p>
          <a:p>
            <a:pPr marL="0" indent="0">
              <a:buNone/>
            </a:pPr>
            <a:r>
              <a:rPr lang="en-US" sz="2000">
                <a:latin typeface="Calibri"/>
                <a:ea typeface="Calibri"/>
                <a:cs typeface="Calibri"/>
              </a:rPr>
              <a:t>Why We Built </a:t>
            </a:r>
            <a:r>
              <a:rPr lang="en-GB" sz="2000">
                <a:latin typeface="Calibri"/>
                <a:ea typeface="Calibri"/>
                <a:cs typeface="Calibri"/>
              </a:rPr>
              <a:t>L</a:t>
            </a:r>
            <a:r>
              <a:rPr lang="en-US" sz="2000" err="1">
                <a:latin typeface="Calibri"/>
                <a:ea typeface="Calibri"/>
                <a:cs typeface="Calibri"/>
              </a:rPr>
              <a:t>umi</a:t>
            </a:r>
            <a:endParaRPr lang="en-US" sz="2000">
              <a:latin typeface="Calibri"/>
              <a:ea typeface="Calibri"/>
              <a:cs typeface="Calibri"/>
            </a:endParaRPr>
          </a:p>
          <a:p>
            <a:r>
              <a:rPr lang="en-US" sz="1800">
                <a:latin typeface="Calibri"/>
                <a:ea typeface="Calibri"/>
                <a:cs typeface="Calibri"/>
              </a:rPr>
              <a:t>Activated by saying “Hey </a:t>
            </a:r>
            <a:r>
              <a:rPr lang="en-GB" sz="1800">
                <a:latin typeface="Calibri"/>
                <a:ea typeface="Calibri"/>
                <a:cs typeface="Calibri"/>
              </a:rPr>
              <a:t>L</a:t>
            </a:r>
            <a:r>
              <a:rPr lang="en-US" sz="1800" err="1">
                <a:latin typeface="Calibri"/>
                <a:ea typeface="Calibri"/>
                <a:cs typeface="Calibri"/>
              </a:rPr>
              <a:t>umi</a:t>
            </a:r>
            <a:r>
              <a:rPr lang="en-US" sz="1800">
                <a:latin typeface="Calibri"/>
                <a:ea typeface="Calibri"/>
                <a:cs typeface="Calibri"/>
              </a:rPr>
              <a:t>” or pressing one large button.</a:t>
            </a:r>
            <a:endParaRPr lang="en-US">
              <a:latin typeface="Calibri"/>
              <a:ea typeface="Calibri"/>
              <a:cs typeface="Calibri"/>
            </a:endParaRPr>
          </a:p>
          <a:p>
            <a:r>
              <a:rPr lang="en-US" sz="1800">
                <a:latin typeface="Calibri"/>
                <a:ea typeface="Calibri"/>
                <a:cs typeface="Calibri"/>
              </a:rPr>
              <a:t>Provides Telugu voice reminders for medicines and appointments.</a:t>
            </a:r>
            <a:endParaRPr lang="en-US">
              <a:latin typeface="Calibri"/>
              <a:ea typeface="Calibri"/>
              <a:cs typeface="Calibri"/>
            </a:endParaRPr>
          </a:p>
          <a:p>
            <a:r>
              <a:rPr lang="en-US" sz="1800">
                <a:latin typeface="Calibri"/>
                <a:ea typeface="Calibri"/>
                <a:cs typeface="Calibri"/>
              </a:rPr>
              <a:t>Includes voice and manual emergency activation.</a:t>
            </a:r>
            <a:endParaRPr lang="en-US">
              <a:latin typeface="Calibri"/>
              <a:ea typeface="Calibri"/>
              <a:cs typeface="Calibri"/>
            </a:endParaRPr>
          </a:p>
          <a:p>
            <a:r>
              <a:rPr lang="en-US" sz="1800">
                <a:latin typeface="Calibri"/>
                <a:ea typeface="Calibri"/>
                <a:cs typeface="Calibri"/>
              </a:rPr>
              <a:t>Designed as a privacy-focused standalone assistant.</a:t>
            </a:r>
            <a:endParaRPr lang="en-US">
              <a:latin typeface="Calibri"/>
              <a:ea typeface="Calibri"/>
              <a:cs typeface="Calibri"/>
            </a:endParaRPr>
          </a:p>
        </p:txBody>
      </p:sp>
      <p:pic>
        <p:nvPicPr>
          <p:cNvPr id="7" name="Picture 6">
            <a:extLst>
              <a:ext uri="{FF2B5EF4-FFF2-40B4-BE49-F238E27FC236}">
                <a16:creationId xmlns:a16="http://schemas.microsoft.com/office/drawing/2014/main" id="{44E625EC-D9AC-425C-F953-4BB41A5E8C61}"/>
              </a:ext>
            </a:extLst>
          </p:cNvPr>
          <p:cNvPicPr>
            <a:picLocks noChangeAspect="1"/>
          </p:cNvPicPr>
          <p:nvPr/>
        </p:nvPicPr>
        <p:blipFill>
          <a:blip r:embed="rId2"/>
          <a:srcRect t="13207" b="13207"/>
          <a:stretch/>
        </p:blipFill>
        <p:spPr>
          <a:xfrm>
            <a:off x="0" y="-1"/>
            <a:ext cx="5301702" cy="6858001"/>
          </a:xfrm>
          <a:prstGeom prst="rect">
            <a:avLst/>
          </a:prstGeom>
        </p:spPr>
      </p:pic>
    </p:spTree>
    <p:extLst>
      <p:ext uri="{BB962C8B-B14F-4D97-AF65-F5344CB8AC3E}">
        <p14:creationId xmlns:p14="http://schemas.microsoft.com/office/powerpoint/2010/main" val="10748894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1B99BF-AD5C-2AD4-9E70-D91E287998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D3C519-5067-D78F-C8CC-AC189947CF86}"/>
              </a:ext>
            </a:extLst>
          </p:cNvPr>
          <p:cNvSpPr>
            <a:spLocks noGrp="1"/>
          </p:cNvSpPr>
          <p:nvPr>
            <p:ph type="title"/>
          </p:nvPr>
        </p:nvSpPr>
        <p:spPr>
          <a:xfrm>
            <a:off x="838200" y="365125"/>
            <a:ext cx="10515600" cy="636633"/>
          </a:xfrm>
        </p:spPr>
        <p:txBody>
          <a:bodyPr>
            <a:normAutofit fontScale="90000"/>
          </a:bodyPr>
          <a:lstStyle/>
          <a:p>
            <a:r>
              <a:rPr lang="en-GB">
                <a:latin typeface="Calibri"/>
                <a:ea typeface="Calibri"/>
                <a:cs typeface="Calibri"/>
              </a:rPr>
              <a:t>Stakeholders – QBL Analysis</a:t>
            </a:r>
            <a:endParaRPr lang="en-US">
              <a:latin typeface="Calibri"/>
              <a:ea typeface="Calibri"/>
              <a:cs typeface="Calibri"/>
            </a:endParaRPr>
          </a:p>
        </p:txBody>
      </p:sp>
      <p:graphicFrame>
        <p:nvGraphicFramePr>
          <p:cNvPr id="18" name="Table 17">
            <a:extLst>
              <a:ext uri="{FF2B5EF4-FFF2-40B4-BE49-F238E27FC236}">
                <a16:creationId xmlns:a16="http://schemas.microsoft.com/office/drawing/2014/main" id="{D5C560F5-BEF4-874D-1CAE-B9472E2EF8C2}"/>
              </a:ext>
            </a:extLst>
          </p:cNvPr>
          <p:cNvGraphicFramePr>
            <a:graphicFrameLocks noGrp="1"/>
          </p:cNvGraphicFramePr>
          <p:nvPr>
            <p:extLst>
              <p:ext uri="{D42A27DB-BD31-4B8C-83A1-F6EECF244321}">
                <p14:modId xmlns:p14="http://schemas.microsoft.com/office/powerpoint/2010/main" val="3401663059"/>
              </p:ext>
            </p:extLst>
          </p:nvPr>
        </p:nvGraphicFramePr>
        <p:xfrm>
          <a:off x="793315" y="1002081"/>
          <a:ext cx="10607033" cy="5638800"/>
        </p:xfrm>
        <a:graphic>
          <a:graphicData uri="http://schemas.openxmlformats.org/drawingml/2006/table">
            <a:tbl>
              <a:tblPr firstRow="1" bandRow="1">
                <a:tableStyleId>{00A15C55-8517-42AA-B614-E9B94910E393}</a:tableStyleId>
              </a:tblPr>
              <a:tblGrid>
                <a:gridCol w="2121407">
                  <a:extLst>
                    <a:ext uri="{9D8B030D-6E8A-4147-A177-3AD203B41FA5}">
                      <a16:colId xmlns:a16="http://schemas.microsoft.com/office/drawing/2014/main" val="2459448631"/>
                    </a:ext>
                  </a:extLst>
                </a:gridCol>
                <a:gridCol w="2353234">
                  <a:extLst>
                    <a:ext uri="{9D8B030D-6E8A-4147-A177-3AD203B41FA5}">
                      <a16:colId xmlns:a16="http://schemas.microsoft.com/office/drawing/2014/main" val="1333294376"/>
                    </a:ext>
                  </a:extLst>
                </a:gridCol>
                <a:gridCol w="1889578">
                  <a:extLst>
                    <a:ext uri="{9D8B030D-6E8A-4147-A177-3AD203B41FA5}">
                      <a16:colId xmlns:a16="http://schemas.microsoft.com/office/drawing/2014/main" val="3615520369"/>
                    </a:ext>
                  </a:extLst>
                </a:gridCol>
                <a:gridCol w="2121407">
                  <a:extLst>
                    <a:ext uri="{9D8B030D-6E8A-4147-A177-3AD203B41FA5}">
                      <a16:colId xmlns:a16="http://schemas.microsoft.com/office/drawing/2014/main" val="2625021953"/>
                    </a:ext>
                  </a:extLst>
                </a:gridCol>
                <a:gridCol w="2121407">
                  <a:extLst>
                    <a:ext uri="{9D8B030D-6E8A-4147-A177-3AD203B41FA5}">
                      <a16:colId xmlns:a16="http://schemas.microsoft.com/office/drawing/2014/main" val="1576402637"/>
                    </a:ext>
                  </a:extLst>
                </a:gridCol>
              </a:tblGrid>
              <a:tr h="1371600">
                <a:tc>
                  <a:txBody>
                    <a:bodyPr/>
                    <a:lstStyle/>
                    <a:p>
                      <a:pPr lvl="0" algn="ctr">
                        <a:buNone/>
                      </a:pPr>
                      <a:r>
                        <a:rPr lang="en-US" sz="2000" u="none" strike="noStrike" noProof="0">
                          <a:solidFill>
                            <a:schemeClr val="tx1"/>
                          </a:solidFill>
                          <a:latin typeface="Calibri"/>
                          <a:ea typeface="Calibri"/>
                          <a:cs typeface="Calibri"/>
                        </a:rPr>
                        <a:t>Key Stakeholders</a:t>
                      </a:r>
                      <a:endParaRPr lang="en-US" sz="2000">
                        <a:solidFill>
                          <a:schemeClr val="tx1"/>
                        </a:solidFill>
                        <a:latin typeface="Calibri"/>
                        <a:ea typeface="Calibri"/>
                        <a:cs typeface="Calibri"/>
                      </a:endParaRPr>
                    </a:p>
                  </a:txBody>
                  <a:tcPr marL="0" marR="0" marT="0" marB="0" anchor="ctr"/>
                </a:tc>
                <a:tc>
                  <a:txBody>
                    <a:bodyPr/>
                    <a:lstStyle/>
                    <a:p>
                      <a:pPr algn="ctr"/>
                      <a:r>
                        <a:rPr lang="en-GB" sz="2000" b="1">
                          <a:solidFill>
                            <a:schemeClr val="tx1"/>
                          </a:solidFill>
                          <a:latin typeface="Calibri"/>
                          <a:ea typeface="Calibri"/>
                          <a:cs typeface="Calibri"/>
                        </a:rPr>
                        <a:t>Problem</a:t>
                      </a:r>
                    </a:p>
                  </a:txBody>
                  <a:tcPr marL="0" marR="0" marT="0" marB="0" anchor="ctr"/>
                </a:tc>
                <a:tc>
                  <a:txBody>
                    <a:bodyPr/>
                    <a:lstStyle/>
                    <a:p>
                      <a:pPr algn="ctr"/>
                      <a:r>
                        <a:rPr lang="en-GB" sz="2000">
                          <a:solidFill>
                            <a:schemeClr val="tx1"/>
                          </a:solidFill>
                          <a:latin typeface="Calibri"/>
                          <a:ea typeface="Calibri"/>
                          <a:cs typeface="Calibri"/>
                        </a:rPr>
                        <a:t>Quick</a:t>
                      </a:r>
                    </a:p>
                  </a:txBody>
                  <a:tcPr marL="0" marR="0" marT="0" marB="0" anchor="ctr"/>
                </a:tc>
                <a:tc>
                  <a:txBody>
                    <a:bodyPr/>
                    <a:lstStyle/>
                    <a:p>
                      <a:pPr algn="ctr"/>
                      <a:r>
                        <a:rPr lang="en-GB" sz="2000">
                          <a:solidFill>
                            <a:schemeClr val="tx1"/>
                          </a:solidFill>
                          <a:latin typeface="Calibri"/>
                          <a:ea typeface="Calibri"/>
                          <a:cs typeface="Calibri"/>
                        </a:rPr>
                        <a:t>Bold</a:t>
                      </a:r>
                    </a:p>
                  </a:txBody>
                  <a:tcPr marL="0" marR="0" marT="0" marB="0" anchor="ctr"/>
                </a:tc>
                <a:tc>
                  <a:txBody>
                    <a:bodyPr/>
                    <a:lstStyle/>
                    <a:p>
                      <a:pPr algn="ctr"/>
                      <a:r>
                        <a:rPr lang="en-GB" sz="2000">
                          <a:solidFill>
                            <a:schemeClr val="tx1"/>
                          </a:solidFill>
                          <a:latin typeface="Calibri"/>
                          <a:ea typeface="Calibri"/>
                          <a:cs typeface="Calibri"/>
                        </a:rPr>
                        <a:t>Long Lasting</a:t>
                      </a:r>
                    </a:p>
                  </a:txBody>
                  <a:tcPr marL="0" marR="0" marT="0" marB="0" anchor="ctr"/>
                </a:tc>
                <a:extLst>
                  <a:ext uri="{0D108BD9-81ED-4DB2-BD59-A6C34878D82A}">
                    <a16:rowId xmlns:a16="http://schemas.microsoft.com/office/drawing/2014/main" val="3476298157"/>
                  </a:ext>
                </a:extLst>
              </a:tr>
              <a:tr h="1371600">
                <a:tc>
                  <a:txBody>
                    <a:bodyPr/>
                    <a:lstStyle/>
                    <a:p>
                      <a:pPr lvl="0" algn="ctr">
                        <a:buNone/>
                      </a:pPr>
                      <a:r>
                        <a:rPr lang="en-US" sz="2000" u="none" strike="noStrike" noProof="0">
                          <a:solidFill>
                            <a:srgbClr val="000000"/>
                          </a:solidFill>
                          <a:latin typeface="Calibri"/>
                          <a:ea typeface="Calibri"/>
                          <a:cs typeface="Calibri"/>
                        </a:rPr>
                        <a:t>Senior Citizens</a:t>
                      </a:r>
                      <a:endParaRPr lang="en-US" sz="2000">
                        <a:latin typeface="Calibri"/>
                        <a:ea typeface="Calibri"/>
                        <a:cs typeface="Calibri"/>
                      </a:endParaRPr>
                    </a:p>
                    <a:p>
                      <a:pPr lvl="0" algn="ctr">
                        <a:buNone/>
                      </a:pPr>
                      <a:r>
                        <a:rPr lang="en-US" sz="2000" u="none" strike="noStrike" noProof="0">
                          <a:solidFill>
                            <a:srgbClr val="000000"/>
                          </a:solidFill>
                          <a:latin typeface="Calibri"/>
                          <a:ea typeface="Calibri"/>
                          <a:cs typeface="Calibri"/>
                        </a:rPr>
                        <a:t>(Primary Users)</a:t>
                      </a:r>
                      <a:endParaRPr lang="en-US" sz="2000">
                        <a:latin typeface="Calibri"/>
                        <a:ea typeface="Calibri"/>
                        <a:cs typeface="Calibri"/>
                      </a:endParaRPr>
                    </a:p>
                  </a:txBody>
                  <a:tcPr marL="0" marR="0" marT="0" marB="0" anchor="ctr"/>
                </a:tc>
                <a:tc>
                  <a:txBody>
                    <a:bodyPr/>
                    <a:lstStyle/>
                    <a:p>
                      <a:pPr marL="228600" indent="-228600">
                        <a:buFont typeface="+mj-lt"/>
                        <a:buAutoNum type="arabicPeriod"/>
                      </a:pPr>
                      <a:r>
                        <a:rPr lang="en-GB" sz="1200">
                          <a:latin typeface="Calibri"/>
                          <a:ea typeface="Calibri"/>
                          <a:cs typeface="Calibri"/>
                        </a:rPr>
                        <a:t>Offline localised  voice assistant</a:t>
                      </a:r>
                    </a:p>
                    <a:p>
                      <a:pPr marL="228600" lvl="0" indent="-228600">
                        <a:buFont typeface="+mj-lt"/>
                        <a:buAutoNum type="arabicPeriod"/>
                      </a:pPr>
                      <a:r>
                        <a:rPr lang="en-GB" sz="1200">
                          <a:latin typeface="Calibri"/>
                          <a:ea typeface="Calibri"/>
                          <a:cs typeface="Calibri"/>
                        </a:rPr>
                        <a:t>Emergency help button with voice</a:t>
                      </a:r>
                    </a:p>
                    <a:p>
                      <a:pPr marL="228600" lvl="0" indent="-228600">
                        <a:buFont typeface="+mj-lt"/>
                        <a:buAutoNum type="arabicPeriod"/>
                      </a:pPr>
                      <a:r>
                        <a:rPr lang="en-GB" sz="1200">
                          <a:latin typeface="Calibri"/>
                          <a:ea typeface="Calibri"/>
                          <a:cs typeface="Calibri"/>
                        </a:rPr>
                        <a:t>Local voice news &amp; weather announcer</a:t>
                      </a:r>
                    </a:p>
                    <a:p>
                      <a:pPr marL="228600" lvl="0" indent="-228600">
                        <a:buFont typeface="+mj-lt"/>
                        <a:buAutoNum type="arabicPeriod"/>
                      </a:pPr>
                      <a:r>
                        <a:rPr lang="en-GB" sz="1200">
                          <a:latin typeface="Calibri"/>
                          <a:ea typeface="Calibri"/>
                          <a:cs typeface="Calibri"/>
                        </a:rPr>
                        <a:t>Local language fall detection voice alert </a:t>
                      </a:r>
                    </a:p>
                    <a:p>
                      <a:pPr lvl="0">
                        <a:buNone/>
                      </a:pPr>
                      <a:endParaRPr lang="en-GB" sz="1200">
                        <a:latin typeface="Calibri"/>
                        <a:ea typeface="Calibri"/>
                        <a:cs typeface="Calibri"/>
                      </a:endParaRPr>
                    </a:p>
                  </a:txBody>
                  <a:tcPr marL="0" marR="0" marT="0" marB="0"/>
                </a:tc>
                <a:tc>
                  <a:txBody>
                    <a:bodyPr/>
                    <a:lstStyle/>
                    <a:p>
                      <a:pPr algn="ctr"/>
                      <a:r>
                        <a:rPr lang="en-GB" sz="2000">
                          <a:latin typeface="Calibri"/>
                          <a:ea typeface="Calibri"/>
                          <a:cs typeface="Calibri"/>
                        </a:rPr>
                        <a:t>✅</a:t>
                      </a:r>
                    </a:p>
                    <a:p>
                      <a:pPr lvl="0" algn="ctr">
                        <a:buNone/>
                      </a:pPr>
                      <a:r>
                        <a:rPr lang="en-GB" sz="2000" b="0" i="0" u="none" strike="noStrike" noProof="0">
                          <a:solidFill>
                            <a:srgbClr val="000000"/>
                          </a:solidFill>
                          <a:latin typeface="Calibri"/>
                          <a:ea typeface="Calibri"/>
                          <a:cs typeface="Calibri"/>
                        </a:rPr>
                        <a:t>✅</a:t>
                      </a:r>
                    </a:p>
                    <a:p>
                      <a:pPr lvl="0" algn="ctr">
                        <a:buNone/>
                      </a:pPr>
                      <a:r>
                        <a:rPr lang="en-GB" sz="2000" b="0" i="0" u="none" strike="noStrike" noProof="0">
                          <a:solidFill>
                            <a:srgbClr val="000000"/>
                          </a:solidFill>
                          <a:latin typeface="Calibri"/>
                          <a:ea typeface="Calibri"/>
                          <a:cs typeface="Calibri"/>
                        </a:rPr>
                        <a:t>✅</a:t>
                      </a:r>
                    </a:p>
                    <a:p>
                      <a:pPr lvl="0" algn="ctr">
                        <a:buNone/>
                      </a:pPr>
                      <a:r>
                        <a:rPr lang="en-GB" sz="2000" b="0" i="0" u="none" strike="noStrike" noProof="0">
                          <a:solidFill>
                            <a:srgbClr val="000000"/>
                          </a:solidFill>
                          <a:latin typeface="Calibri"/>
                          <a:ea typeface="Calibri"/>
                          <a:cs typeface="Calibri"/>
                        </a:rPr>
                        <a:t>✅</a:t>
                      </a:r>
                      <a:endParaRPr lang="en-GB"/>
                    </a:p>
                  </a:txBody>
                  <a:tcPr marL="0" marR="0" marT="0" marB="0"/>
                </a:tc>
                <a:tc>
                  <a:txBody>
                    <a:bodyPr/>
                    <a:lstStyle/>
                    <a:p>
                      <a:pPr lvl="0" algn="ctr">
                        <a:buNone/>
                      </a:pPr>
                      <a:endParaRPr lang="en-GB" sz="2000" b="0" i="0" u="none" strike="noStrike" noProof="0">
                        <a:solidFill>
                          <a:srgbClr val="000000"/>
                        </a:solidFill>
                        <a:latin typeface="Calibri"/>
                        <a:ea typeface="Calibri"/>
                        <a:cs typeface="Calibri"/>
                      </a:endParaRPr>
                    </a:p>
                    <a:p>
                      <a:pPr lvl="0" algn="ctr">
                        <a:buNone/>
                      </a:pPr>
                      <a:r>
                        <a:rPr lang="en-GB" sz="2000" b="0" i="0" u="none" strike="noStrike" noProof="0">
                          <a:solidFill>
                            <a:srgbClr val="000000"/>
                          </a:solidFill>
                          <a:latin typeface="Calibri"/>
                          <a:ea typeface="Calibri"/>
                          <a:cs typeface="Calibri"/>
                        </a:rPr>
                        <a:t>✅</a:t>
                      </a:r>
                    </a:p>
                    <a:p>
                      <a:pPr lvl="0" algn="ctr">
                        <a:buNone/>
                      </a:pPr>
                      <a:r>
                        <a:rPr lang="en-GB" sz="2000" b="0" i="0" u="none" strike="noStrike" noProof="0">
                          <a:solidFill>
                            <a:srgbClr val="000000"/>
                          </a:solidFill>
                          <a:latin typeface="Calibri"/>
                          <a:ea typeface="Calibri"/>
                          <a:cs typeface="Calibri"/>
                        </a:rPr>
                        <a:t>✅</a:t>
                      </a:r>
                    </a:p>
                    <a:p>
                      <a:pPr lvl="0" algn="ctr">
                        <a:buNone/>
                      </a:pPr>
                      <a:r>
                        <a:rPr lang="en-GB" sz="2000" b="0" i="0" u="none" strike="noStrike" noProof="0">
                          <a:solidFill>
                            <a:srgbClr val="000000"/>
                          </a:solidFill>
                          <a:latin typeface="Calibri"/>
                          <a:ea typeface="Calibri"/>
                          <a:cs typeface="Calibri"/>
                        </a:rPr>
                        <a:t>✅</a:t>
                      </a:r>
                      <a:endParaRPr lang="en-GB"/>
                    </a:p>
                  </a:txBody>
                  <a:tcPr marL="0" marR="0" marT="0" marB="0"/>
                </a:tc>
                <a:tc>
                  <a:txBody>
                    <a:bodyPr/>
                    <a:lstStyle/>
                    <a:p>
                      <a:pPr lvl="0" algn="ctr">
                        <a:buNone/>
                      </a:pPr>
                      <a:r>
                        <a:rPr lang="en-GB" sz="2000" b="0" i="0" u="none" strike="noStrike" noProof="0">
                          <a:solidFill>
                            <a:srgbClr val="000000"/>
                          </a:solidFill>
                          <a:latin typeface="Calibri"/>
                          <a:ea typeface="Calibri"/>
                          <a:cs typeface="Calibri"/>
                        </a:rPr>
                        <a:t>✅</a:t>
                      </a:r>
                    </a:p>
                    <a:p>
                      <a:pPr lvl="0" algn="ctr">
                        <a:buNone/>
                      </a:pPr>
                      <a:endParaRPr lang="en-GB" sz="2000" b="0" i="0" u="none" strike="noStrike" noProof="0">
                        <a:solidFill>
                          <a:srgbClr val="000000"/>
                        </a:solidFill>
                        <a:latin typeface="Calibri"/>
                        <a:ea typeface="Calibri"/>
                        <a:cs typeface="Calibri"/>
                      </a:endParaRPr>
                    </a:p>
                    <a:p>
                      <a:pPr lvl="0" algn="ctr">
                        <a:buNone/>
                      </a:pPr>
                      <a:r>
                        <a:rPr lang="en-GB" sz="2000" b="0" i="0" u="none" strike="noStrike" noProof="0">
                          <a:solidFill>
                            <a:srgbClr val="000000"/>
                          </a:solidFill>
                          <a:latin typeface="Calibri"/>
                          <a:ea typeface="Calibri"/>
                          <a:cs typeface="Calibri"/>
                        </a:rPr>
                        <a:t>✅</a:t>
                      </a:r>
                      <a:endParaRPr lang="en-GB"/>
                    </a:p>
                  </a:txBody>
                  <a:tcPr marL="0" marR="0" marT="0" marB="0"/>
                </a:tc>
                <a:extLst>
                  <a:ext uri="{0D108BD9-81ED-4DB2-BD59-A6C34878D82A}">
                    <a16:rowId xmlns:a16="http://schemas.microsoft.com/office/drawing/2014/main" val="3436093183"/>
                  </a:ext>
                </a:extLst>
              </a:tr>
              <a:tr h="1371600">
                <a:tc>
                  <a:txBody>
                    <a:bodyPr/>
                    <a:lstStyle/>
                    <a:p>
                      <a:pPr lvl="0" algn="ctr">
                        <a:buNone/>
                      </a:pPr>
                      <a:r>
                        <a:rPr lang="en-US" sz="2000" u="none" strike="noStrike" noProof="0">
                          <a:solidFill>
                            <a:srgbClr val="000000"/>
                          </a:solidFill>
                          <a:latin typeface="Calibri"/>
                          <a:ea typeface="Calibri"/>
                          <a:cs typeface="Calibri"/>
                        </a:rPr>
                        <a:t>Family Members</a:t>
                      </a:r>
                      <a:endParaRPr lang="en-US" sz="2000">
                        <a:latin typeface="Calibri"/>
                        <a:ea typeface="Calibri"/>
                        <a:cs typeface="Calibri"/>
                      </a:endParaRPr>
                    </a:p>
                  </a:txBody>
                  <a:tcPr marL="0" marR="0" marT="0" marB="0" anchor="ctr"/>
                </a:tc>
                <a:tc>
                  <a:txBody>
                    <a:bodyPr/>
                    <a:lstStyle/>
                    <a:p>
                      <a:pPr marL="228600" indent="-228600">
                        <a:buFont typeface="+mj-lt"/>
                        <a:buAutoNum type="arabicPeriod"/>
                      </a:pPr>
                      <a:r>
                        <a:rPr lang="en-GB" sz="1200">
                          <a:latin typeface="Calibri"/>
                          <a:ea typeface="Calibri"/>
                          <a:cs typeface="Calibri"/>
                        </a:rPr>
                        <a:t>Medicine Remainder </a:t>
                      </a:r>
                    </a:p>
                    <a:p>
                      <a:pPr marL="228600" lvl="0" indent="-228600">
                        <a:buFont typeface="+mj-lt"/>
                        <a:buAutoNum type="arabicPeriod"/>
                      </a:pPr>
                      <a:r>
                        <a:rPr lang="en-GB" sz="1200">
                          <a:latin typeface="Calibri"/>
                          <a:ea typeface="Calibri"/>
                          <a:cs typeface="Calibri"/>
                        </a:rPr>
                        <a:t>Health monitoring </a:t>
                      </a:r>
                    </a:p>
                    <a:p>
                      <a:pPr marL="228600" lvl="0" indent="-228600">
                        <a:buFont typeface="+mj-lt"/>
                        <a:buAutoNum type="arabicPeriod"/>
                      </a:pPr>
                      <a:r>
                        <a:rPr lang="en-GB" sz="1200">
                          <a:latin typeface="Calibri"/>
                          <a:ea typeface="Calibri"/>
                          <a:cs typeface="Calibri"/>
                        </a:rPr>
                        <a:t>Home safety alerts with warnings</a:t>
                      </a:r>
                    </a:p>
                    <a:p>
                      <a:pPr marL="228600" lvl="0" indent="-228600">
                        <a:buFont typeface="+mj-lt"/>
                        <a:buAutoNum type="arabicPeriod"/>
                      </a:pPr>
                      <a:r>
                        <a:rPr lang="en-GB" sz="1200">
                          <a:latin typeface="Calibri"/>
                          <a:ea typeface="Calibri"/>
                          <a:cs typeface="Calibri"/>
                        </a:rPr>
                        <a:t>Voice assistant for visually  impaired</a:t>
                      </a:r>
                    </a:p>
                  </a:txBody>
                  <a:tcPr marL="0" marR="0" marT="0" marB="0"/>
                </a:tc>
                <a:tc>
                  <a:txBody>
                    <a:bodyPr/>
                    <a:lstStyle/>
                    <a:p>
                      <a:pPr algn="ctr"/>
                      <a:endParaRPr lang="en-GB" sz="2000">
                        <a:latin typeface="Calibri"/>
                        <a:ea typeface="Calibri"/>
                        <a:cs typeface="Calibri"/>
                      </a:endParaRPr>
                    </a:p>
                    <a:p>
                      <a:pPr lvl="0" algn="ctr">
                        <a:buNone/>
                      </a:pPr>
                      <a:r>
                        <a:rPr lang="en-GB" sz="2000" b="0" i="0" u="none" strike="noStrike" noProof="0">
                          <a:solidFill>
                            <a:srgbClr val="000000"/>
                          </a:solidFill>
                          <a:latin typeface="Calibri"/>
                          <a:ea typeface="Calibri"/>
                          <a:cs typeface="Calibri"/>
                        </a:rPr>
                        <a:t>✅</a:t>
                      </a:r>
                      <a:endParaRPr lang="en-GB"/>
                    </a:p>
                    <a:p>
                      <a:pPr lvl="0" algn="ctr">
                        <a:buNone/>
                      </a:pPr>
                      <a:endParaRPr lang="en-GB" sz="2000">
                        <a:latin typeface="Calibri"/>
                        <a:ea typeface="Calibri"/>
                        <a:cs typeface="Calibri"/>
                      </a:endParaRPr>
                    </a:p>
                    <a:p>
                      <a:pPr lvl="0" algn="ctr">
                        <a:buNone/>
                      </a:pPr>
                      <a:endParaRPr lang="en-GB" sz="2000">
                        <a:latin typeface="Calibri"/>
                        <a:ea typeface="Calibri"/>
                        <a:cs typeface="Calibri"/>
                      </a:endParaRPr>
                    </a:p>
                  </a:txBody>
                  <a:tcPr marL="0" marR="0" marT="0" marB="0"/>
                </a:tc>
                <a:tc>
                  <a:txBody>
                    <a:bodyPr/>
                    <a:lstStyle/>
                    <a:p>
                      <a:pPr algn="ctr"/>
                      <a:endParaRPr lang="en-GB" sz="2000">
                        <a:latin typeface="Calibri"/>
                        <a:ea typeface="Calibri"/>
                        <a:cs typeface="Calibri"/>
                      </a:endParaRPr>
                    </a:p>
                    <a:p>
                      <a:pPr lvl="0" algn="ctr">
                        <a:buNone/>
                      </a:pPr>
                      <a:r>
                        <a:rPr lang="en-GB" sz="2000" b="0" i="0" u="none" strike="noStrike" noProof="0">
                          <a:solidFill>
                            <a:srgbClr val="000000"/>
                          </a:solidFill>
                          <a:latin typeface="Calibri"/>
                          <a:ea typeface="Calibri"/>
                          <a:cs typeface="Calibri"/>
                        </a:rPr>
                        <a:t>✅</a:t>
                      </a:r>
                    </a:p>
                    <a:p>
                      <a:pPr lvl="0" algn="ctr">
                        <a:buNone/>
                      </a:pPr>
                      <a:r>
                        <a:rPr lang="en-GB" sz="2000" b="0" i="0" u="none" strike="noStrike" noProof="0">
                          <a:solidFill>
                            <a:srgbClr val="000000"/>
                          </a:solidFill>
                          <a:latin typeface="Calibri"/>
                          <a:ea typeface="Calibri"/>
                          <a:cs typeface="Calibri"/>
                        </a:rPr>
                        <a:t>✅</a:t>
                      </a:r>
                    </a:p>
                    <a:p>
                      <a:pPr lvl="0" algn="ctr">
                        <a:buNone/>
                      </a:pPr>
                      <a:r>
                        <a:rPr lang="en-GB" sz="2000" b="0" i="0" u="none" strike="noStrike" noProof="0">
                          <a:solidFill>
                            <a:srgbClr val="000000"/>
                          </a:solidFill>
                          <a:latin typeface="Calibri"/>
                          <a:ea typeface="Calibri"/>
                          <a:cs typeface="Calibri"/>
                        </a:rPr>
                        <a:t>✅</a:t>
                      </a:r>
                      <a:endParaRPr lang="en-GB"/>
                    </a:p>
                  </a:txBody>
                  <a:tcPr marL="0" marR="0" marT="0" marB="0"/>
                </a:tc>
                <a:tc>
                  <a:txBody>
                    <a:bodyPr/>
                    <a:lstStyle/>
                    <a:p>
                      <a:pPr lvl="0" algn="ctr">
                        <a:buNone/>
                      </a:pPr>
                      <a:r>
                        <a:rPr lang="en-GB" sz="2000" b="0" i="0" u="none" strike="noStrike" noProof="0">
                          <a:solidFill>
                            <a:srgbClr val="000000"/>
                          </a:solidFill>
                          <a:latin typeface="Calibri"/>
                          <a:ea typeface="Calibri"/>
                          <a:cs typeface="Calibri"/>
                        </a:rPr>
                        <a:t>✅</a:t>
                      </a:r>
                    </a:p>
                    <a:p>
                      <a:pPr lvl="0" algn="ctr">
                        <a:buNone/>
                      </a:pPr>
                      <a:r>
                        <a:rPr lang="en-GB" sz="2000" b="0" i="0" u="none" strike="noStrike" noProof="0">
                          <a:solidFill>
                            <a:srgbClr val="000000"/>
                          </a:solidFill>
                          <a:latin typeface="Calibri"/>
                          <a:ea typeface="Calibri"/>
                          <a:cs typeface="Calibri"/>
                        </a:rPr>
                        <a:t>✅</a:t>
                      </a:r>
                      <a:endParaRPr lang="en-GB"/>
                    </a:p>
                  </a:txBody>
                  <a:tcPr marL="0" marR="0" marT="0" marB="0"/>
                </a:tc>
                <a:extLst>
                  <a:ext uri="{0D108BD9-81ED-4DB2-BD59-A6C34878D82A}">
                    <a16:rowId xmlns:a16="http://schemas.microsoft.com/office/drawing/2014/main" val="2806437393"/>
                  </a:ext>
                </a:extLst>
              </a:tr>
              <a:tr h="1371600">
                <a:tc>
                  <a:txBody>
                    <a:bodyPr/>
                    <a:lstStyle/>
                    <a:p>
                      <a:pPr algn="ctr"/>
                      <a:r>
                        <a:rPr lang="en-GB" sz="2000">
                          <a:latin typeface="Calibri"/>
                          <a:ea typeface="Calibri"/>
                          <a:cs typeface="Calibri"/>
                        </a:rPr>
                        <a:t>Caretaker:</a:t>
                      </a:r>
                    </a:p>
                    <a:p>
                      <a:pPr lvl="0" algn="ctr">
                        <a:buNone/>
                      </a:pPr>
                      <a:r>
                        <a:rPr lang="en-GB" sz="2000">
                          <a:latin typeface="Calibri"/>
                          <a:ea typeface="Calibri"/>
                          <a:cs typeface="Calibri"/>
                        </a:rPr>
                        <a:t>Companies – Care Takers</a:t>
                      </a:r>
                    </a:p>
                    <a:p>
                      <a:pPr lvl="0" algn="ctr">
                        <a:buNone/>
                      </a:pPr>
                      <a:r>
                        <a:rPr lang="en-GB" sz="2000">
                          <a:latin typeface="Calibri"/>
                          <a:ea typeface="Calibri"/>
                          <a:cs typeface="Calibri"/>
                        </a:rPr>
                        <a:t>Old Age Homes</a:t>
                      </a:r>
                    </a:p>
                    <a:p>
                      <a:pPr lvl="0" algn="ctr">
                        <a:buNone/>
                      </a:pPr>
                      <a:endParaRPr lang="en-GB" sz="2000">
                        <a:latin typeface="Calibri"/>
                        <a:ea typeface="Calibri"/>
                        <a:cs typeface="Calibri"/>
                      </a:endParaRPr>
                    </a:p>
                  </a:txBody>
                  <a:tcPr marL="0" marR="0" marT="0" marB="0" anchor="ctr"/>
                </a:tc>
                <a:tc>
                  <a:txBody>
                    <a:bodyPr/>
                    <a:lstStyle/>
                    <a:p>
                      <a:pPr marL="228600" indent="-228600">
                        <a:buAutoNum type="arabicPeriod"/>
                      </a:pPr>
                      <a:r>
                        <a:rPr lang="en-GB" sz="1200" dirty="0">
                          <a:latin typeface="Calibri"/>
                          <a:ea typeface="Calibri"/>
                          <a:cs typeface="Calibri"/>
                        </a:rPr>
                        <a:t>voice based appointment remainder</a:t>
                      </a:r>
                      <a:endParaRPr lang="en-US" sz="1200" dirty="0">
                        <a:latin typeface="Calibri"/>
                        <a:ea typeface="Calibri"/>
                        <a:cs typeface="Calibri"/>
                      </a:endParaRPr>
                    </a:p>
                    <a:p>
                      <a:pPr marL="228600" lvl="0" indent="-228600">
                        <a:buAutoNum type="arabicPeriod"/>
                      </a:pPr>
                      <a:r>
                        <a:rPr lang="en-GB" sz="1200" b="0" i="0" u="none" strike="noStrike" noProof="0" dirty="0">
                          <a:solidFill>
                            <a:srgbClr val="000000"/>
                          </a:solidFill>
                          <a:latin typeface="Calibri"/>
                          <a:ea typeface="Calibri"/>
                          <a:cs typeface="Calibri"/>
                        </a:rPr>
                        <a:t>Daily routine voice remainder</a:t>
                      </a:r>
                    </a:p>
                    <a:p>
                      <a:pPr marL="228600" lvl="0" indent="-228600">
                        <a:buAutoNum type="arabicPeriod"/>
                      </a:pPr>
                      <a:r>
                        <a:rPr lang="en-GB" sz="1200" b="0" i="0" u="none" strike="noStrike" noProof="0">
                          <a:solidFill>
                            <a:srgbClr val="000000"/>
                          </a:solidFill>
                          <a:latin typeface="Calibri"/>
                          <a:ea typeface="Calibri"/>
                          <a:cs typeface="Calibri"/>
                        </a:rPr>
                        <a:t>Emergency voice call to contacts</a:t>
                      </a:r>
                    </a:p>
                    <a:p>
                      <a:pPr marL="228600" lvl="0" indent="-228600">
                        <a:buAutoNum type="arabicPeriod"/>
                      </a:pPr>
                      <a:r>
                        <a:rPr lang="en-GB" sz="1200" b="0" i="0" u="none" strike="noStrike" noProof="0">
                          <a:solidFill>
                            <a:srgbClr val="000000"/>
                          </a:solidFill>
                          <a:latin typeface="Calibri"/>
                          <a:ea typeface="Calibri"/>
                          <a:cs typeface="Calibri"/>
                        </a:rPr>
                        <a:t>Voice guided medication identification</a:t>
                      </a:r>
                    </a:p>
                  </a:txBody>
                  <a:tcPr marL="0" marR="0" marT="0" marB="0"/>
                </a:tc>
                <a:tc>
                  <a:txBody>
                    <a:bodyPr/>
                    <a:lstStyle/>
                    <a:p>
                      <a:pPr lvl="0" algn="ctr">
                        <a:buNone/>
                      </a:pPr>
                      <a:r>
                        <a:rPr lang="en-GB" sz="2000" b="0" i="0" u="none" strike="noStrike" noProof="0">
                          <a:solidFill>
                            <a:srgbClr val="000000"/>
                          </a:solidFill>
                          <a:latin typeface="Calibri"/>
                          <a:ea typeface="Calibri"/>
                          <a:cs typeface="Calibri"/>
                        </a:rPr>
                        <a:t>✅</a:t>
                      </a:r>
                      <a:endParaRPr lang="en-US"/>
                    </a:p>
                    <a:p>
                      <a:pPr lvl="0" algn="ctr">
                        <a:buNone/>
                      </a:pPr>
                      <a:r>
                        <a:rPr lang="en-GB" sz="2000" b="0" i="0" u="none" strike="noStrike" noProof="0">
                          <a:solidFill>
                            <a:srgbClr val="000000"/>
                          </a:solidFill>
                          <a:latin typeface="Calibri"/>
                          <a:ea typeface="Calibri"/>
                          <a:cs typeface="Calibri"/>
                        </a:rPr>
                        <a:t>✅</a:t>
                      </a:r>
                    </a:p>
                    <a:p>
                      <a:pPr lvl="0" algn="ctr">
                        <a:buNone/>
                      </a:pPr>
                      <a:r>
                        <a:rPr lang="en-GB" sz="2000" b="0" i="0" u="none" strike="noStrike" noProof="0">
                          <a:solidFill>
                            <a:srgbClr val="000000"/>
                          </a:solidFill>
                          <a:latin typeface="Calibri"/>
                          <a:ea typeface="Calibri"/>
                          <a:cs typeface="Calibri"/>
                        </a:rPr>
                        <a:t>✅</a:t>
                      </a:r>
                    </a:p>
                    <a:p>
                      <a:pPr lvl="0" algn="ctr">
                        <a:buNone/>
                      </a:pPr>
                      <a:r>
                        <a:rPr lang="en-GB" sz="2000" b="0" i="0" u="none" strike="noStrike" noProof="0">
                          <a:solidFill>
                            <a:srgbClr val="000000"/>
                          </a:solidFill>
                          <a:latin typeface="Calibri"/>
                          <a:ea typeface="Calibri"/>
                          <a:cs typeface="Calibri"/>
                        </a:rPr>
                        <a:t>✅</a:t>
                      </a:r>
                      <a:endParaRPr lang="en-GB"/>
                    </a:p>
                  </a:txBody>
                  <a:tcPr marL="0" marR="0" marT="0" marB="0"/>
                </a:tc>
                <a:tc>
                  <a:txBody>
                    <a:bodyPr/>
                    <a:lstStyle/>
                    <a:p>
                      <a:pPr algn="ctr"/>
                      <a:endParaRPr lang="en-GB" sz="2000">
                        <a:latin typeface="Calibri"/>
                        <a:ea typeface="Calibri"/>
                        <a:cs typeface="Calibri"/>
                      </a:endParaRPr>
                    </a:p>
                    <a:p>
                      <a:pPr lvl="0" algn="ctr">
                        <a:buNone/>
                      </a:pPr>
                      <a:r>
                        <a:rPr lang="en-GB" sz="2000" b="0" i="0" u="none" strike="noStrike" noProof="0">
                          <a:solidFill>
                            <a:srgbClr val="000000"/>
                          </a:solidFill>
                          <a:latin typeface="Calibri"/>
                          <a:ea typeface="Calibri"/>
                          <a:cs typeface="Calibri"/>
                        </a:rPr>
                        <a:t>✅</a:t>
                      </a:r>
                    </a:p>
                    <a:p>
                      <a:pPr lvl="0" algn="ctr">
                        <a:buNone/>
                      </a:pPr>
                      <a:endParaRPr lang="en-GB" sz="2000" b="0" i="0" u="none" strike="noStrike" noProof="0">
                        <a:solidFill>
                          <a:srgbClr val="000000"/>
                        </a:solidFill>
                        <a:latin typeface="Calibri"/>
                        <a:ea typeface="Calibri"/>
                        <a:cs typeface="Calibri"/>
                      </a:endParaRPr>
                    </a:p>
                    <a:p>
                      <a:pPr lvl="0" algn="ctr">
                        <a:buNone/>
                      </a:pPr>
                      <a:r>
                        <a:rPr lang="en-GB" sz="2000" b="0" i="0" u="none" strike="noStrike" noProof="0">
                          <a:solidFill>
                            <a:srgbClr val="000000"/>
                          </a:solidFill>
                          <a:latin typeface="Calibri"/>
                          <a:ea typeface="Calibri"/>
                          <a:cs typeface="Calibri"/>
                        </a:rPr>
                        <a:t>✅</a:t>
                      </a:r>
                      <a:endParaRPr lang="en-GB"/>
                    </a:p>
                  </a:txBody>
                  <a:tcPr marL="0" marR="0" marT="0" marB="0"/>
                </a:tc>
                <a:tc>
                  <a:txBody>
                    <a:bodyPr/>
                    <a:lstStyle/>
                    <a:p>
                      <a:pPr lvl="0" algn="ctr">
                        <a:buNone/>
                      </a:pPr>
                      <a:r>
                        <a:rPr lang="en-GB" sz="2000" b="0" i="0" u="none" strike="noStrike" noProof="0">
                          <a:solidFill>
                            <a:srgbClr val="000000"/>
                          </a:solidFill>
                          <a:latin typeface="Calibri"/>
                          <a:ea typeface="Calibri"/>
                          <a:cs typeface="Calibri"/>
                        </a:rPr>
                        <a:t>✅</a:t>
                      </a:r>
                      <a:endParaRPr lang="en-US"/>
                    </a:p>
                    <a:p>
                      <a:pPr lvl="0" algn="ctr">
                        <a:buNone/>
                      </a:pPr>
                      <a:r>
                        <a:rPr lang="en-GB" sz="2000" b="0" i="0" u="none" strike="noStrike" noProof="0">
                          <a:solidFill>
                            <a:srgbClr val="000000"/>
                          </a:solidFill>
                          <a:latin typeface="Calibri"/>
                          <a:ea typeface="Calibri"/>
                          <a:cs typeface="Calibri"/>
                        </a:rPr>
                        <a:t>✅</a:t>
                      </a:r>
                    </a:p>
                    <a:p>
                      <a:pPr lvl="0" algn="ctr">
                        <a:buNone/>
                      </a:pPr>
                      <a:r>
                        <a:rPr lang="en-GB" sz="2000" b="0" i="0" u="none" strike="noStrike" noProof="0">
                          <a:solidFill>
                            <a:srgbClr val="000000"/>
                          </a:solidFill>
                          <a:latin typeface="Calibri"/>
                          <a:ea typeface="Calibri"/>
                          <a:cs typeface="Calibri"/>
                        </a:rPr>
                        <a:t>✅</a:t>
                      </a:r>
                    </a:p>
                    <a:p>
                      <a:pPr lvl="0" algn="ctr">
                        <a:buNone/>
                      </a:pPr>
                      <a:r>
                        <a:rPr lang="en-GB" sz="2000" b="0" i="0" u="none" strike="noStrike" noProof="0">
                          <a:solidFill>
                            <a:srgbClr val="000000"/>
                          </a:solidFill>
                          <a:latin typeface="Calibri"/>
                          <a:ea typeface="Calibri"/>
                          <a:cs typeface="Calibri"/>
                        </a:rPr>
                        <a:t>✅</a:t>
                      </a:r>
                      <a:endParaRPr lang="en-GB"/>
                    </a:p>
                  </a:txBody>
                  <a:tcPr marL="0" marR="0" marT="0" marB="0"/>
                </a:tc>
                <a:extLst>
                  <a:ext uri="{0D108BD9-81ED-4DB2-BD59-A6C34878D82A}">
                    <a16:rowId xmlns:a16="http://schemas.microsoft.com/office/drawing/2014/main" val="3375982374"/>
                  </a:ext>
                </a:extLst>
              </a:tr>
            </a:tbl>
          </a:graphicData>
        </a:graphic>
      </p:graphicFrame>
    </p:spTree>
    <p:extLst>
      <p:ext uri="{BB962C8B-B14F-4D97-AF65-F5344CB8AC3E}">
        <p14:creationId xmlns:p14="http://schemas.microsoft.com/office/powerpoint/2010/main" val="28164028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6D7EE-4F5E-6591-AE5A-72F19CABD804}"/>
              </a:ext>
            </a:extLst>
          </p:cNvPr>
          <p:cNvSpPr>
            <a:spLocks noGrp="1"/>
          </p:cNvSpPr>
          <p:nvPr>
            <p:ph type="title"/>
          </p:nvPr>
        </p:nvSpPr>
        <p:spPr>
          <a:xfrm>
            <a:off x="618995" y="365125"/>
            <a:ext cx="10734805" cy="1075042"/>
          </a:xfrm>
        </p:spPr>
        <p:txBody>
          <a:bodyPr>
            <a:normAutofit/>
          </a:bodyPr>
          <a:lstStyle/>
          <a:p>
            <a:r>
              <a:rPr lang="en-GB">
                <a:latin typeface="Calibri"/>
                <a:ea typeface="Calibri"/>
                <a:cs typeface="Calibri"/>
              </a:rPr>
              <a:t>Problem Statement</a:t>
            </a:r>
            <a:endParaRPr lang="en-US">
              <a:latin typeface="Calibri"/>
              <a:ea typeface="Calibri"/>
              <a:cs typeface="Calibri"/>
            </a:endParaRPr>
          </a:p>
        </p:txBody>
      </p:sp>
      <p:graphicFrame>
        <p:nvGraphicFramePr>
          <p:cNvPr id="4" name="Diagram 3">
            <a:extLst>
              <a:ext uri="{FF2B5EF4-FFF2-40B4-BE49-F238E27FC236}">
                <a16:creationId xmlns:a16="http://schemas.microsoft.com/office/drawing/2014/main" id="{A0FAD764-D24C-6ED8-E697-5DAF7FD47AFE}"/>
              </a:ext>
            </a:extLst>
          </p:cNvPr>
          <p:cNvGraphicFramePr/>
          <p:nvPr>
            <p:extLst>
              <p:ext uri="{D42A27DB-BD31-4B8C-83A1-F6EECF244321}">
                <p14:modId xmlns:p14="http://schemas.microsoft.com/office/powerpoint/2010/main" val="2889994579"/>
              </p:ext>
            </p:extLst>
          </p:nvPr>
        </p:nvGraphicFramePr>
        <p:xfrm>
          <a:off x="614876" y="1923789"/>
          <a:ext cx="10970738" cy="41127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192" name="TextBox 4191">
            <a:extLst>
              <a:ext uri="{FF2B5EF4-FFF2-40B4-BE49-F238E27FC236}">
                <a16:creationId xmlns:a16="http://schemas.microsoft.com/office/drawing/2014/main" id="{06F196B3-29D4-9576-0439-0AFDB91E7C67}"/>
              </a:ext>
            </a:extLst>
          </p:cNvPr>
          <p:cNvSpPr txBox="1"/>
          <p:nvPr/>
        </p:nvSpPr>
        <p:spPr>
          <a:xfrm>
            <a:off x="614045" y="1455845"/>
            <a:ext cx="9580321"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latin typeface="Calibri"/>
                <a:ea typeface="Calibri"/>
                <a:cs typeface="Calibri"/>
              </a:rPr>
              <a:t>Identifying the key difficulties affecting elderly independence and safety:</a:t>
            </a:r>
          </a:p>
        </p:txBody>
      </p:sp>
    </p:spTree>
    <p:extLst>
      <p:ext uri="{BB962C8B-B14F-4D97-AF65-F5344CB8AC3E}">
        <p14:creationId xmlns:p14="http://schemas.microsoft.com/office/powerpoint/2010/main" val="7256426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60252A-E23C-AB36-C041-B8FA0FC9268B}"/>
              </a:ext>
            </a:extLst>
          </p:cNvPr>
          <p:cNvSpPr>
            <a:spLocks noGrp="1"/>
          </p:cNvSpPr>
          <p:nvPr>
            <p:ph type="title"/>
          </p:nvPr>
        </p:nvSpPr>
        <p:spPr>
          <a:xfrm>
            <a:off x="838200" y="365125"/>
            <a:ext cx="7941276" cy="734104"/>
          </a:xfrm>
        </p:spPr>
        <p:txBody>
          <a:bodyPr>
            <a:normAutofit/>
          </a:bodyPr>
          <a:lstStyle/>
          <a:p>
            <a:r>
              <a:rPr lang="en-GB" sz="4000">
                <a:latin typeface="Calibri"/>
                <a:ea typeface="Calibri"/>
                <a:cs typeface="Calibri"/>
              </a:rPr>
              <a:t>Need for the Proposed System</a:t>
            </a:r>
            <a:endParaRPr lang="en-US" sz="4000">
              <a:latin typeface="Calibri"/>
              <a:ea typeface="Calibri"/>
              <a:cs typeface="Calibri"/>
            </a:endParaRPr>
          </a:p>
        </p:txBody>
      </p:sp>
      <p:sp>
        <p:nvSpPr>
          <p:cNvPr id="3" name="Content Placeholder 2">
            <a:extLst>
              <a:ext uri="{FF2B5EF4-FFF2-40B4-BE49-F238E27FC236}">
                <a16:creationId xmlns:a16="http://schemas.microsoft.com/office/drawing/2014/main" id="{DCA06827-A696-7AEE-51D9-79334D98226E}"/>
              </a:ext>
            </a:extLst>
          </p:cNvPr>
          <p:cNvSpPr>
            <a:spLocks noGrp="1"/>
          </p:cNvSpPr>
          <p:nvPr>
            <p:ph idx="1"/>
          </p:nvPr>
        </p:nvSpPr>
        <p:spPr>
          <a:xfrm>
            <a:off x="838200" y="1344897"/>
            <a:ext cx="6058423" cy="4270023"/>
          </a:xfrm>
          <a:noFill/>
          <a:ln>
            <a:solidFill>
              <a:schemeClr val="tx2">
                <a:lumMod val="90000"/>
                <a:lumOff val="10000"/>
              </a:schemeClr>
            </a:solidFill>
          </a:ln>
        </p:spPr>
        <p:txBody>
          <a:bodyPr vert="horz" lIns="91440" tIns="45720" rIns="91440" bIns="45720" rtlCol="0" anchor="t">
            <a:noAutofit/>
          </a:bodyPr>
          <a:lstStyle/>
          <a:p>
            <a:pPr marL="0" indent="0">
              <a:buNone/>
            </a:pPr>
            <a:r>
              <a:rPr lang="en-GB" sz="2000">
                <a:latin typeface="Calibri"/>
                <a:ea typeface="Calibri"/>
                <a:cs typeface="Calibri"/>
              </a:rPr>
              <a:t>🚨 Safety Need</a:t>
            </a:r>
            <a:endParaRPr lang="en-US" sz="2000">
              <a:latin typeface="Calibri"/>
              <a:ea typeface="Calibri"/>
              <a:cs typeface="Calibri"/>
            </a:endParaRPr>
          </a:p>
          <a:p>
            <a:r>
              <a:rPr lang="en-GB" sz="1800">
                <a:latin typeface="Calibri"/>
                <a:ea typeface="Calibri"/>
                <a:cs typeface="Calibri"/>
              </a:rPr>
              <a:t>Faster emergency response</a:t>
            </a:r>
            <a:endParaRPr lang="en-US" sz="1800">
              <a:latin typeface="Calibri"/>
              <a:ea typeface="Calibri"/>
              <a:cs typeface="Calibri"/>
            </a:endParaRPr>
          </a:p>
          <a:p>
            <a:r>
              <a:rPr lang="en-GB" sz="1800">
                <a:latin typeface="Calibri"/>
                <a:ea typeface="Calibri"/>
                <a:cs typeface="Calibri"/>
              </a:rPr>
              <a:t>Reliable alerts during power interruptions</a:t>
            </a:r>
            <a:endParaRPr lang="en-US" sz="1800">
              <a:latin typeface="Calibri"/>
              <a:ea typeface="Calibri"/>
              <a:cs typeface="Calibri"/>
            </a:endParaRPr>
          </a:p>
          <a:p>
            <a:pPr marL="0" indent="0">
              <a:buNone/>
            </a:pPr>
            <a:r>
              <a:rPr lang="en-GB" sz="2000">
                <a:latin typeface="Calibri"/>
                <a:ea typeface="Calibri"/>
                <a:cs typeface="Calibri"/>
              </a:rPr>
              <a:t>💊 Health Support</a:t>
            </a:r>
          </a:p>
          <a:p>
            <a:r>
              <a:rPr lang="en-GB" sz="1800">
                <a:latin typeface="Calibri"/>
                <a:ea typeface="Calibri"/>
                <a:cs typeface="Calibri"/>
              </a:rPr>
              <a:t>Timely medicine and appointment reminders</a:t>
            </a:r>
            <a:endParaRPr lang="en-GB">
              <a:latin typeface="Calibri"/>
              <a:ea typeface="Calibri"/>
              <a:cs typeface="Calibri"/>
            </a:endParaRPr>
          </a:p>
          <a:p>
            <a:r>
              <a:rPr lang="en-GB" sz="1800" dirty="0">
                <a:latin typeface="Calibri"/>
                <a:ea typeface="Calibri"/>
                <a:cs typeface="Calibri"/>
              </a:rPr>
              <a:t>Automated daily </a:t>
            </a:r>
            <a:r>
              <a:rPr lang="en-GB" sz="1800">
                <a:latin typeface="Calibri"/>
                <a:ea typeface="Calibri"/>
                <a:cs typeface="Calibri"/>
              </a:rPr>
              <a:t>help </a:t>
            </a:r>
            <a:endParaRPr lang="en-GB">
              <a:latin typeface="Calibri"/>
              <a:ea typeface="Calibri"/>
              <a:cs typeface="Calibri"/>
            </a:endParaRPr>
          </a:p>
          <a:p>
            <a:pPr marL="0" indent="0">
              <a:buNone/>
            </a:pPr>
            <a:r>
              <a:rPr lang="en-GB" sz="2000">
                <a:latin typeface="Calibri"/>
                <a:ea typeface="Calibri"/>
                <a:cs typeface="Calibri"/>
              </a:rPr>
              <a:t>🌐 Accessibility Need</a:t>
            </a:r>
          </a:p>
          <a:p>
            <a:r>
              <a:rPr lang="en-GB" sz="1800">
                <a:latin typeface="Calibri"/>
                <a:ea typeface="Calibri"/>
                <a:cs typeface="Calibri"/>
              </a:rPr>
              <a:t>Simple voice-based interaction</a:t>
            </a:r>
            <a:endParaRPr lang="en-GB">
              <a:latin typeface="Calibri"/>
              <a:ea typeface="Calibri"/>
              <a:cs typeface="Calibri"/>
            </a:endParaRPr>
          </a:p>
          <a:p>
            <a:r>
              <a:rPr lang="en-GB" sz="1800">
                <a:latin typeface="Calibri"/>
                <a:ea typeface="Calibri"/>
                <a:cs typeface="Calibri"/>
              </a:rPr>
              <a:t>Regional language support</a:t>
            </a:r>
            <a:endParaRPr lang="en-GB">
              <a:latin typeface="Calibri"/>
              <a:ea typeface="Calibri"/>
              <a:cs typeface="Calibri"/>
            </a:endParaRPr>
          </a:p>
          <a:p>
            <a:pPr marL="0" indent="0">
              <a:buNone/>
            </a:pPr>
            <a:r>
              <a:rPr lang="en-GB" sz="2000">
                <a:latin typeface="Calibri"/>
                <a:ea typeface="Calibri"/>
                <a:cs typeface="Calibri"/>
              </a:rPr>
              <a:t>❤️ Emotional Support</a:t>
            </a:r>
          </a:p>
          <a:p>
            <a:r>
              <a:rPr lang="en-GB" sz="1800">
                <a:latin typeface="Calibri"/>
                <a:ea typeface="Calibri"/>
                <a:cs typeface="Calibri"/>
              </a:rPr>
              <a:t>Improves confidence and independence</a:t>
            </a:r>
            <a:endParaRPr lang="en-GB">
              <a:latin typeface="Calibri"/>
              <a:ea typeface="Calibri"/>
              <a:cs typeface="Calibri"/>
            </a:endParaRPr>
          </a:p>
        </p:txBody>
      </p:sp>
      <p:sp>
        <p:nvSpPr>
          <p:cNvPr id="4" name="TextBox 3">
            <a:extLst>
              <a:ext uri="{FF2B5EF4-FFF2-40B4-BE49-F238E27FC236}">
                <a16:creationId xmlns:a16="http://schemas.microsoft.com/office/drawing/2014/main" id="{2B17E380-1E2F-2352-1E0B-AD1D1319648B}"/>
              </a:ext>
            </a:extLst>
          </p:cNvPr>
          <p:cNvSpPr txBox="1"/>
          <p:nvPr/>
        </p:nvSpPr>
        <p:spPr>
          <a:xfrm>
            <a:off x="8959257" y="2638529"/>
            <a:ext cx="2505439" cy="1569660"/>
          </a:xfrm>
          <a:prstGeom prst="rect">
            <a:avLst/>
          </a:prstGeom>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latin typeface="Calibri"/>
                <a:ea typeface="Calibri"/>
                <a:cs typeface="Calibri"/>
              </a:rPr>
              <a:t>A reliable voice-based assistive system is essential.</a:t>
            </a:r>
          </a:p>
        </p:txBody>
      </p:sp>
      <p:sp>
        <p:nvSpPr>
          <p:cNvPr id="5" name="Arrow: Right 4">
            <a:extLst>
              <a:ext uri="{FF2B5EF4-FFF2-40B4-BE49-F238E27FC236}">
                <a16:creationId xmlns:a16="http://schemas.microsoft.com/office/drawing/2014/main" id="{C8F2FF30-C750-D1E3-B388-4814AFFA6FE0}"/>
              </a:ext>
            </a:extLst>
          </p:cNvPr>
          <p:cNvSpPr/>
          <p:nvPr/>
        </p:nvSpPr>
        <p:spPr>
          <a:xfrm>
            <a:off x="7217807" y="3059573"/>
            <a:ext cx="1414092" cy="728047"/>
          </a:xfrm>
          <a:prstGeom prst="rightArrow">
            <a:avLst/>
          </a:prstGeom>
          <a:ln>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a:ea typeface="Calibri"/>
              <a:cs typeface="Calibri"/>
            </a:endParaRPr>
          </a:p>
        </p:txBody>
      </p:sp>
    </p:spTree>
    <p:extLst>
      <p:ext uri="{BB962C8B-B14F-4D97-AF65-F5344CB8AC3E}">
        <p14:creationId xmlns:p14="http://schemas.microsoft.com/office/powerpoint/2010/main" val="24303768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A9F390-BAED-DCC4-5F0D-2B3DC1F56E91}"/>
              </a:ext>
            </a:extLst>
          </p:cNvPr>
          <p:cNvSpPr>
            <a:spLocks noGrp="1"/>
          </p:cNvSpPr>
          <p:nvPr>
            <p:ph type="title"/>
          </p:nvPr>
        </p:nvSpPr>
        <p:spPr>
          <a:xfrm>
            <a:off x="838200" y="365125"/>
            <a:ext cx="10515600" cy="933358"/>
          </a:xfrm>
        </p:spPr>
        <p:txBody>
          <a:bodyPr>
            <a:normAutofit/>
          </a:bodyPr>
          <a:lstStyle/>
          <a:p>
            <a:r>
              <a:rPr lang="en-GB">
                <a:latin typeface="Calibri"/>
                <a:ea typeface="Calibri"/>
                <a:cs typeface="Calibri"/>
              </a:rPr>
              <a:t>Existing Systems &amp; Limitations</a:t>
            </a:r>
            <a:endParaRPr lang="en-US">
              <a:latin typeface="Calibri"/>
              <a:ea typeface="Calibri"/>
              <a:cs typeface="Calibri"/>
            </a:endParaRPr>
          </a:p>
        </p:txBody>
      </p:sp>
      <p:sp>
        <p:nvSpPr>
          <p:cNvPr id="3" name="Content Placeholder 2">
            <a:extLst>
              <a:ext uri="{FF2B5EF4-FFF2-40B4-BE49-F238E27FC236}">
                <a16:creationId xmlns:a16="http://schemas.microsoft.com/office/drawing/2014/main" id="{E0C6BB1D-2E69-E047-4D31-F8AF4F0CF410}"/>
              </a:ext>
            </a:extLst>
          </p:cNvPr>
          <p:cNvSpPr>
            <a:spLocks noGrp="1"/>
          </p:cNvSpPr>
          <p:nvPr>
            <p:ph sz="half" idx="1"/>
          </p:nvPr>
        </p:nvSpPr>
        <p:spPr>
          <a:xfrm>
            <a:off x="838200" y="1433420"/>
            <a:ext cx="5428128" cy="2255837"/>
          </a:xfrm>
        </p:spPr>
        <p:txBody>
          <a:bodyPr vert="horz" lIns="91440" tIns="45720" rIns="91440" bIns="45720" rtlCol="0" anchor="t">
            <a:noAutofit/>
          </a:bodyPr>
          <a:lstStyle/>
          <a:p>
            <a:pPr marL="0" indent="0" algn="ctr">
              <a:buNone/>
            </a:pPr>
            <a:r>
              <a:rPr lang="en-GB" sz="2200" b="1">
                <a:latin typeface="Calibri"/>
                <a:ea typeface="Calibri"/>
                <a:cs typeface="Calibri"/>
              </a:rPr>
              <a:t>🖥️</a:t>
            </a:r>
            <a:r>
              <a:rPr lang="en-US" sz="2200" b="1">
                <a:latin typeface="Calibri"/>
                <a:ea typeface="Calibri"/>
                <a:cs typeface="Calibri"/>
              </a:rPr>
              <a:t>Existing Systems</a:t>
            </a:r>
            <a:endParaRPr lang="en-US" sz="2200">
              <a:latin typeface="Calibri"/>
              <a:ea typeface="Calibri"/>
              <a:cs typeface="Calibri"/>
            </a:endParaRPr>
          </a:p>
          <a:p>
            <a:pPr>
              <a:buFont typeface="Arial"/>
            </a:pPr>
            <a:r>
              <a:rPr lang="en-US" sz="1800">
                <a:latin typeface="Calibri"/>
                <a:ea typeface="Calibri"/>
                <a:cs typeface="Calibri"/>
              </a:rPr>
              <a:t>Smart voice assistants (Alexa, Google Assistant,  Siri)</a:t>
            </a:r>
          </a:p>
          <a:p>
            <a:pPr>
              <a:buFont typeface="Arial"/>
            </a:pPr>
            <a:r>
              <a:rPr lang="en-US" sz="1800">
                <a:latin typeface="Calibri"/>
                <a:ea typeface="Calibri"/>
                <a:cs typeface="Calibri"/>
              </a:rPr>
              <a:t>Smartphone reminder applications</a:t>
            </a:r>
          </a:p>
          <a:p>
            <a:pPr>
              <a:buFont typeface="Arial"/>
            </a:pPr>
            <a:r>
              <a:rPr lang="en-US" sz="1800">
                <a:latin typeface="Calibri"/>
                <a:ea typeface="Calibri"/>
                <a:cs typeface="Calibri"/>
              </a:rPr>
              <a:t>Smart home automation devices</a:t>
            </a:r>
          </a:p>
          <a:p>
            <a:pPr>
              <a:buFont typeface="Arial"/>
            </a:pPr>
            <a:r>
              <a:rPr lang="en-US" sz="1800">
                <a:latin typeface="Calibri"/>
                <a:ea typeface="Calibri"/>
                <a:cs typeface="Calibri"/>
              </a:rPr>
              <a:t>Wearable emergency alert systems</a:t>
            </a:r>
          </a:p>
          <a:p>
            <a:pPr marL="0" indent="0">
              <a:buNone/>
            </a:pPr>
            <a:endParaRPr lang="en-US" sz="1800" b="1">
              <a:latin typeface="Calibri"/>
              <a:ea typeface="Calibri"/>
              <a:cs typeface="Calibri"/>
            </a:endParaRPr>
          </a:p>
        </p:txBody>
      </p:sp>
      <p:sp>
        <p:nvSpPr>
          <p:cNvPr id="4" name="Content Placeholder 3">
            <a:extLst>
              <a:ext uri="{FF2B5EF4-FFF2-40B4-BE49-F238E27FC236}">
                <a16:creationId xmlns:a16="http://schemas.microsoft.com/office/drawing/2014/main" id="{C753BC4A-F38A-337C-1D6F-6DF01E706031}"/>
              </a:ext>
            </a:extLst>
          </p:cNvPr>
          <p:cNvSpPr>
            <a:spLocks noGrp="1"/>
          </p:cNvSpPr>
          <p:nvPr>
            <p:ph sz="half" idx="2"/>
          </p:nvPr>
        </p:nvSpPr>
        <p:spPr>
          <a:xfrm>
            <a:off x="6376790" y="1433420"/>
            <a:ext cx="5260039" cy="3099560"/>
          </a:xfrm>
        </p:spPr>
        <p:txBody>
          <a:bodyPr vert="horz" lIns="91440" tIns="45720" rIns="91440" bIns="45720" rtlCol="0" anchor="t">
            <a:noAutofit/>
          </a:bodyPr>
          <a:lstStyle/>
          <a:p>
            <a:pPr marL="0" indent="0" algn="ctr">
              <a:buNone/>
            </a:pPr>
            <a:r>
              <a:rPr lang="en-US" sz="2000">
                <a:latin typeface="Calibri"/>
                <a:ea typeface="Calibri"/>
                <a:cs typeface="Calibri"/>
              </a:rPr>
              <a:t>🟥</a:t>
            </a:r>
            <a:r>
              <a:rPr lang="en-US" sz="2000" b="1">
                <a:latin typeface="Calibri"/>
                <a:ea typeface="Calibri"/>
                <a:cs typeface="Calibri"/>
              </a:rPr>
              <a:t>Limitations</a:t>
            </a:r>
            <a:endParaRPr lang="en-US" sz="2000">
              <a:latin typeface="Calibri"/>
              <a:ea typeface="Calibri"/>
              <a:cs typeface="Calibri"/>
            </a:endParaRPr>
          </a:p>
          <a:p>
            <a:r>
              <a:rPr lang="en-US" sz="1800">
                <a:latin typeface="Calibri"/>
                <a:ea typeface="Calibri"/>
                <a:cs typeface="Calibri"/>
              </a:rPr>
              <a:t>Require continuous internet connectivity</a:t>
            </a:r>
          </a:p>
          <a:p>
            <a:r>
              <a:rPr lang="en-US" sz="1800">
                <a:latin typeface="Calibri"/>
                <a:ea typeface="Calibri"/>
                <a:cs typeface="Calibri"/>
              </a:rPr>
              <a:t>Complex setup for elderly users</a:t>
            </a:r>
          </a:p>
          <a:p>
            <a:r>
              <a:rPr lang="en-US" sz="1800">
                <a:latin typeface="Calibri"/>
                <a:ea typeface="Calibri"/>
                <a:cs typeface="Calibri"/>
              </a:rPr>
              <a:t>Limited regional language support</a:t>
            </a:r>
          </a:p>
          <a:p>
            <a:r>
              <a:rPr lang="en-US" sz="1800">
                <a:latin typeface="Calibri"/>
                <a:ea typeface="Calibri"/>
                <a:cs typeface="Calibri"/>
              </a:rPr>
              <a:t>High implementation cost</a:t>
            </a:r>
          </a:p>
          <a:p>
            <a:r>
              <a:rPr lang="en-US" sz="1800">
                <a:latin typeface="Calibri"/>
                <a:ea typeface="Calibri"/>
                <a:cs typeface="Calibri"/>
              </a:rPr>
              <a:t>Dependence on cloud connectivity</a:t>
            </a:r>
          </a:p>
          <a:p>
            <a:r>
              <a:rPr lang="en-US" sz="1800">
                <a:latin typeface="Calibri"/>
                <a:ea typeface="Calibri"/>
                <a:cs typeface="Calibri"/>
              </a:rPr>
              <a:t>Dependence on smartphones or external devices</a:t>
            </a:r>
          </a:p>
          <a:p>
            <a:r>
              <a:rPr lang="en-US" sz="1800">
                <a:latin typeface="Calibri"/>
                <a:ea typeface="Calibri"/>
                <a:cs typeface="Calibri"/>
              </a:rPr>
              <a:t>Lack of personalized elderly-focused features</a:t>
            </a:r>
          </a:p>
        </p:txBody>
      </p:sp>
      <p:pic>
        <p:nvPicPr>
          <p:cNvPr id="5" name="Picture 4">
            <a:extLst>
              <a:ext uri="{FF2B5EF4-FFF2-40B4-BE49-F238E27FC236}">
                <a16:creationId xmlns:a16="http://schemas.microsoft.com/office/drawing/2014/main" id="{16AB12D7-59FF-6B14-B7AD-D44FDCCE990C}"/>
              </a:ext>
            </a:extLst>
          </p:cNvPr>
          <p:cNvPicPr>
            <a:picLocks noChangeAspect="1"/>
          </p:cNvPicPr>
          <p:nvPr/>
        </p:nvPicPr>
        <p:blipFill>
          <a:blip r:embed="rId2">
            <a:extLst>
              <a:ext uri="{28A0092B-C50C-407E-A947-70E740481C1C}">
                <a14:useLocalDpi xmlns:a14="http://schemas.microsoft.com/office/drawing/2010/main" val="0"/>
              </a:ext>
            </a:extLst>
          </a:blip>
          <a:srcRect l="-199" t="431" r="-621" b="610"/>
          <a:stretch>
            <a:fillRect/>
          </a:stretch>
        </p:blipFill>
        <p:spPr>
          <a:xfrm>
            <a:off x="958839" y="3954107"/>
            <a:ext cx="1367390" cy="1366787"/>
          </a:xfrm>
          <a:prstGeom prst="rect">
            <a:avLst/>
          </a:prstGeom>
        </p:spPr>
      </p:pic>
      <p:pic>
        <p:nvPicPr>
          <p:cNvPr id="6" name="Picture 5">
            <a:extLst>
              <a:ext uri="{FF2B5EF4-FFF2-40B4-BE49-F238E27FC236}">
                <a16:creationId xmlns:a16="http://schemas.microsoft.com/office/drawing/2014/main" id="{3D1372AB-79E1-267F-3EDF-B6B347321737}"/>
              </a:ext>
            </a:extLst>
          </p:cNvPr>
          <p:cNvPicPr>
            <a:picLocks noChangeAspect="1"/>
          </p:cNvPicPr>
          <p:nvPr/>
        </p:nvPicPr>
        <p:blipFill>
          <a:blip r:embed="rId3">
            <a:extLst>
              <a:ext uri="{28A0092B-C50C-407E-A947-70E740481C1C}">
                <a14:useLocalDpi xmlns:a14="http://schemas.microsoft.com/office/drawing/2010/main" val="0"/>
              </a:ext>
            </a:extLst>
          </a:blip>
          <a:srcRect r="476" b="3517"/>
          <a:stretch>
            <a:fillRect/>
          </a:stretch>
        </p:blipFill>
        <p:spPr>
          <a:xfrm>
            <a:off x="4613942" y="3688907"/>
            <a:ext cx="1377815" cy="1639349"/>
          </a:xfrm>
          <a:prstGeom prst="rect">
            <a:avLst/>
          </a:prstGeom>
        </p:spPr>
      </p:pic>
      <p:sp>
        <p:nvSpPr>
          <p:cNvPr id="7" name="TextBox 6">
            <a:extLst>
              <a:ext uri="{FF2B5EF4-FFF2-40B4-BE49-F238E27FC236}">
                <a16:creationId xmlns:a16="http://schemas.microsoft.com/office/drawing/2014/main" id="{EB7AD7B5-926B-4445-CEBE-1A939ADF39C4}"/>
              </a:ext>
            </a:extLst>
          </p:cNvPr>
          <p:cNvSpPr txBox="1"/>
          <p:nvPr/>
        </p:nvSpPr>
        <p:spPr>
          <a:xfrm>
            <a:off x="941614" y="5320391"/>
            <a:ext cx="1401535"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2000">
                <a:latin typeface="Calibri"/>
                <a:ea typeface="Calibri"/>
                <a:cs typeface="Calibri"/>
              </a:rPr>
              <a:t>Alexa</a:t>
            </a:r>
            <a:endParaRPr lang="en-US" sz="2000">
              <a:latin typeface="Calibri"/>
              <a:ea typeface="Calibri"/>
              <a:cs typeface="Calibri"/>
            </a:endParaRPr>
          </a:p>
        </p:txBody>
      </p:sp>
      <p:sp>
        <p:nvSpPr>
          <p:cNvPr id="8" name="TextBox 7">
            <a:extLst>
              <a:ext uri="{FF2B5EF4-FFF2-40B4-BE49-F238E27FC236}">
                <a16:creationId xmlns:a16="http://schemas.microsoft.com/office/drawing/2014/main" id="{07863D2E-1753-F413-FE17-9B16EA855D9D}"/>
              </a:ext>
            </a:extLst>
          </p:cNvPr>
          <p:cNvSpPr txBox="1"/>
          <p:nvPr/>
        </p:nvSpPr>
        <p:spPr>
          <a:xfrm>
            <a:off x="4220935" y="5325834"/>
            <a:ext cx="2163535"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2000">
                <a:latin typeface="Calibri"/>
                <a:ea typeface="Calibri"/>
                <a:cs typeface="Calibri"/>
              </a:rPr>
              <a:t>Siri</a:t>
            </a:r>
            <a:endParaRPr lang="en-US" sz="2000">
              <a:latin typeface="Calibri"/>
              <a:ea typeface="Calibri"/>
              <a:cs typeface="Calibri"/>
            </a:endParaRPr>
          </a:p>
        </p:txBody>
      </p:sp>
      <p:pic>
        <p:nvPicPr>
          <p:cNvPr id="10" name="Picture 9" descr="A white and grey device&#10;&#10;AI-generated content may be incorrect.">
            <a:extLst>
              <a:ext uri="{FF2B5EF4-FFF2-40B4-BE49-F238E27FC236}">
                <a16:creationId xmlns:a16="http://schemas.microsoft.com/office/drawing/2014/main" id="{FFC25453-DED8-0B52-0D14-7C2E938921FD}"/>
              </a:ext>
            </a:extLst>
          </p:cNvPr>
          <p:cNvPicPr>
            <a:picLocks noChangeAspect="1"/>
          </p:cNvPicPr>
          <p:nvPr/>
        </p:nvPicPr>
        <p:blipFill>
          <a:blip r:embed="rId4"/>
          <a:srcRect l="22839" t="10000" r="22698" b="10317"/>
          <a:stretch>
            <a:fillRect/>
          </a:stretch>
        </p:blipFill>
        <p:spPr>
          <a:xfrm>
            <a:off x="2883494" y="3690258"/>
            <a:ext cx="1181235" cy="1630684"/>
          </a:xfrm>
          <a:prstGeom prst="rect">
            <a:avLst/>
          </a:prstGeom>
        </p:spPr>
      </p:pic>
      <p:sp>
        <p:nvSpPr>
          <p:cNvPr id="11" name="TextBox 10">
            <a:extLst>
              <a:ext uri="{FF2B5EF4-FFF2-40B4-BE49-F238E27FC236}">
                <a16:creationId xmlns:a16="http://schemas.microsoft.com/office/drawing/2014/main" id="{542DDC46-EDD5-4BA5-3824-7320D3F1A47D}"/>
              </a:ext>
            </a:extLst>
          </p:cNvPr>
          <p:cNvSpPr txBox="1"/>
          <p:nvPr/>
        </p:nvSpPr>
        <p:spPr>
          <a:xfrm>
            <a:off x="2498272" y="5355771"/>
            <a:ext cx="1959428"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2000">
                <a:latin typeface="Calibri"/>
                <a:ea typeface="Calibri"/>
                <a:cs typeface="Calibri"/>
              </a:rPr>
              <a:t>Google Assistant</a:t>
            </a:r>
            <a:endParaRPr lang="en-US" sz="2000">
              <a:latin typeface="Calibri"/>
              <a:ea typeface="Calibri"/>
              <a:cs typeface="Calibri"/>
            </a:endParaRPr>
          </a:p>
        </p:txBody>
      </p:sp>
    </p:spTree>
    <p:extLst>
      <p:ext uri="{BB962C8B-B14F-4D97-AF65-F5344CB8AC3E}">
        <p14:creationId xmlns:p14="http://schemas.microsoft.com/office/powerpoint/2010/main" val="25347203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F821940F-7A1D-4ACC-85B4-A932898AB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Shape 28">
            <a:extLst>
              <a:ext uri="{FF2B5EF4-FFF2-40B4-BE49-F238E27FC236}">
                <a16:creationId xmlns:a16="http://schemas.microsoft.com/office/drawing/2014/main" id="{16674508-81D3-48CF-96BF-7FC60EAA57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741994" cy="6858000"/>
          </a:xfrm>
          <a:custGeom>
            <a:avLst/>
            <a:gdLst>
              <a:gd name="connsiteX0" fmla="*/ 0 w 6568309"/>
              <a:gd name="connsiteY0" fmla="*/ 0 h 6858000"/>
              <a:gd name="connsiteX1" fmla="*/ 362841 w 6568309"/>
              <a:gd name="connsiteY1" fmla="*/ 0 h 6858000"/>
              <a:gd name="connsiteX2" fmla="*/ 523269 w 6568309"/>
              <a:gd name="connsiteY2" fmla="*/ 0 h 6858000"/>
              <a:gd name="connsiteX3" fmla="*/ 1343025 w 6568309"/>
              <a:gd name="connsiteY3" fmla="*/ 0 h 6858000"/>
              <a:gd name="connsiteX4" fmla="*/ 1705866 w 6568309"/>
              <a:gd name="connsiteY4" fmla="*/ 0 h 6858000"/>
              <a:gd name="connsiteX5" fmla="*/ 1866294 w 6568309"/>
              <a:gd name="connsiteY5" fmla="*/ 0 h 6858000"/>
              <a:gd name="connsiteX6" fmla="*/ 5225154 w 6568309"/>
              <a:gd name="connsiteY6" fmla="*/ 0 h 6858000"/>
              <a:gd name="connsiteX7" fmla="*/ 6568179 w 6568309"/>
              <a:gd name="connsiteY7" fmla="*/ 0 h 6858000"/>
              <a:gd name="connsiteX8" fmla="*/ 6568309 w 6568309"/>
              <a:gd name="connsiteY8" fmla="*/ 1 h 6858000"/>
              <a:gd name="connsiteX9" fmla="*/ 6562951 w 6568309"/>
              <a:gd name="connsiteY9" fmla="*/ 30700 h 6858000"/>
              <a:gd name="connsiteX10" fmla="*/ 6547446 w 6568309"/>
              <a:gd name="connsiteY10" fmla="*/ 310025 h 6858000"/>
              <a:gd name="connsiteX11" fmla="*/ 6558316 w 6568309"/>
              <a:gd name="connsiteY11" fmla="*/ 443960 h 6858000"/>
              <a:gd name="connsiteX12" fmla="*/ 6528896 w 6568309"/>
              <a:gd name="connsiteY12" fmla="*/ 642659 h 6858000"/>
              <a:gd name="connsiteX13" fmla="*/ 6523095 w 6568309"/>
              <a:gd name="connsiteY13" fmla="*/ 673307 h 6858000"/>
              <a:gd name="connsiteX14" fmla="*/ 6496169 w 6568309"/>
              <a:gd name="connsiteY14" fmla="*/ 839641 h 6858000"/>
              <a:gd name="connsiteX15" fmla="*/ 6450789 w 6568309"/>
              <a:gd name="connsiteY15" fmla="*/ 958357 h 6858000"/>
              <a:gd name="connsiteX16" fmla="*/ 6453996 w 6568309"/>
              <a:gd name="connsiteY16" fmla="*/ 963398 h 6858000"/>
              <a:gd name="connsiteX17" fmla="*/ 6419467 w 6568309"/>
              <a:gd name="connsiteY17" fmla="*/ 1117169 h 6858000"/>
              <a:gd name="connsiteX18" fmla="*/ 6417348 w 6568309"/>
              <a:gd name="connsiteY18" fmla="*/ 1144352 h 6858000"/>
              <a:gd name="connsiteX19" fmla="*/ 6418473 w 6568309"/>
              <a:gd name="connsiteY19" fmla="*/ 1164484 h 6858000"/>
              <a:gd name="connsiteX20" fmla="*/ 6406979 w 6568309"/>
              <a:gd name="connsiteY20" fmla="*/ 1213829 h 6858000"/>
              <a:gd name="connsiteX21" fmla="*/ 6381928 w 6568309"/>
              <a:gd name="connsiteY21" fmla="*/ 1294823 h 6858000"/>
              <a:gd name="connsiteX22" fmla="*/ 6377948 w 6568309"/>
              <a:gd name="connsiteY22" fmla="*/ 1312193 h 6858000"/>
              <a:gd name="connsiteX23" fmla="*/ 6379894 w 6568309"/>
              <a:gd name="connsiteY23" fmla="*/ 1327626 h 6858000"/>
              <a:gd name="connsiteX24" fmla="*/ 6385024 w 6568309"/>
              <a:gd name="connsiteY24" fmla="*/ 1331644 h 6858000"/>
              <a:gd name="connsiteX25" fmla="*/ 6383696 w 6568309"/>
              <a:gd name="connsiteY25" fmla="*/ 1341276 h 6858000"/>
              <a:gd name="connsiteX26" fmla="*/ 6384464 w 6568309"/>
              <a:gd name="connsiteY26" fmla="*/ 1343945 h 6858000"/>
              <a:gd name="connsiteX27" fmla="*/ 6387748 w 6568309"/>
              <a:gd name="connsiteY27" fmla="*/ 1359134 h 6858000"/>
              <a:gd name="connsiteX28" fmla="*/ 6364157 w 6568309"/>
              <a:gd name="connsiteY28" fmla="*/ 1427803 h 6858000"/>
              <a:gd name="connsiteX29" fmla="*/ 6335874 w 6568309"/>
              <a:gd name="connsiteY29" fmla="*/ 1540278 h 6858000"/>
              <a:gd name="connsiteX30" fmla="*/ 6331892 w 6568309"/>
              <a:gd name="connsiteY30" fmla="*/ 1547262 h 6858000"/>
              <a:gd name="connsiteX31" fmla="*/ 6332744 w 6568309"/>
              <a:gd name="connsiteY31" fmla="*/ 1577056 h 6858000"/>
              <a:gd name="connsiteX32" fmla="*/ 6333604 w 6568309"/>
              <a:gd name="connsiteY32" fmla="*/ 1595898 h 6858000"/>
              <a:gd name="connsiteX33" fmla="*/ 6324749 w 6568309"/>
              <a:gd name="connsiteY33" fmla="*/ 1703726 h 6858000"/>
              <a:gd name="connsiteX34" fmla="*/ 6329594 w 6568309"/>
              <a:gd name="connsiteY34" fmla="*/ 1809535 h 6858000"/>
              <a:gd name="connsiteX35" fmla="*/ 6329062 w 6568309"/>
              <a:gd name="connsiteY35" fmla="*/ 2018310 h 6858000"/>
              <a:gd name="connsiteX36" fmla="*/ 6321735 w 6568309"/>
              <a:gd name="connsiteY36" fmla="*/ 2071355 h 6858000"/>
              <a:gd name="connsiteX37" fmla="*/ 6322678 w 6568309"/>
              <a:gd name="connsiteY37" fmla="*/ 2141166 h 6858000"/>
              <a:gd name="connsiteX38" fmla="*/ 6321340 w 6568309"/>
              <a:gd name="connsiteY38" fmla="*/ 2154548 h 6858000"/>
              <a:gd name="connsiteX39" fmla="*/ 6316582 w 6568309"/>
              <a:gd name="connsiteY39" fmla="*/ 2158153 h 6858000"/>
              <a:gd name="connsiteX40" fmla="*/ 6311428 w 6568309"/>
              <a:gd name="connsiteY40" fmla="*/ 2178174 h 6858000"/>
              <a:gd name="connsiteX41" fmla="*/ 6310192 w 6568309"/>
              <a:gd name="connsiteY41" fmla="*/ 2202858 h 6858000"/>
              <a:gd name="connsiteX42" fmla="*/ 6309211 w 6568309"/>
              <a:gd name="connsiteY42" fmla="*/ 2320214 h 6858000"/>
              <a:gd name="connsiteX43" fmla="*/ 6300151 w 6568309"/>
              <a:gd name="connsiteY43" fmla="*/ 2417011 h 6858000"/>
              <a:gd name="connsiteX44" fmla="*/ 6295176 w 6568309"/>
              <a:gd name="connsiteY44" fmla="*/ 2454207 h 6858000"/>
              <a:gd name="connsiteX45" fmla="*/ 6293727 w 6568309"/>
              <a:gd name="connsiteY45" fmla="*/ 2487203 h 6858000"/>
              <a:gd name="connsiteX46" fmla="*/ 6285477 w 6568309"/>
              <a:gd name="connsiteY46" fmla="*/ 2512282 h 6858000"/>
              <a:gd name="connsiteX47" fmla="*/ 6286205 w 6568309"/>
              <a:gd name="connsiteY47" fmla="*/ 2514318 h 6858000"/>
              <a:gd name="connsiteX48" fmla="*/ 6304629 w 6568309"/>
              <a:gd name="connsiteY48" fmla="*/ 2574334 h 6858000"/>
              <a:gd name="connsiteX49" fmla="*/ 6303842 w 6568309"/>
              <a:gd name="connsiteY49" fmla="*/ 2579877 h 6858000"/>
              <a:gd name="connsiteX50" fmla="*/ 6303953 w 6568309"/>
              <a:gd name="connsiteY50" fmla="*/ 2608928 h 6858000"/>
              <a:gd name="connsiteX51" fmla="*/ 6303530 w 6568309"/>
              <a:gd name="connsiteY51" fmla="*/ 2613111 h 6858000"/>
              <a:gd name="connsiteX52" fmla="*/ 6297474 w 6568309"/>
              <a:gd name="connsiteY52" fmla="*/ 2621996 h 6858000"/>
              <a:gd name="connsiteX53" fmla="*/ 6299263 w 6568309"/>
              <a:gd name="connsiteY53" fmla="*/ 2634265 h 6858000"/>
              <a:gd name="connsiteX54" fmla="*/ 6293065 w 6568309"/>
              <a:gd name="connsiteY54" fmla="*/ 2647237 h 6858000"/>
              <a:gd name="connsiteX55" fmla="*/ 6297496 w 6568309"/>
              <a:gd name="connsiteY55" fmla="*/ 2650786 h 6858000"/>
              <a:gd name="connsiteX56" fmla="*/ 6301708 w 6568309"/>
              <a:gd name="connsiteY56" fmla="*/ 2661993 h 6858000"/>
              <a:gd name="connsiteX57" fmla="*/ 6295884 w 6568309"/>
              <a:gd name="connsiteY57" fmla="*/ 2670949 h 6858000"/>
              <a:gd name="connsiteX58" fmla="*/ 6291714 w 6568309"/>
              <a:gd name="connsiteY58" fmla="*/ 2690255 h 6858000"/>
              <a:gd name="connsiteX59" fmla="*/ 6292327 w 6568309"/>
              <a:gd name="connsiteY59" fmla="*/ 2695683 h 6858000"/>
              <a:gd name="connsiteX60" fmla="*/ 6284410 w 6568309"/>
              <a:gd name="connsiteY60" fmla="*/ 2713964 h 6858000"/>
              <a:gd name="connsiteX61" fmla="*/ 6280410 w 6568309"/>
              <a:gd name="connsiteY61" fmla="*/ 2730175 h 6858000"/>
              <a:gd name="connsiteX62" fmla="*/ 6288082 w 6568309"/>
              <a:gd name="connsiteY62" fmla="*/ 2763497 h 6858000"/>
              <a:gd name="connsiteX63" fmla="*/ 6260924 w 6568309"/>
              <a:gd name="connsiteY63" fmla="*/ 3051539 h 6858000"/>
              <a:gd name="connsiteX64" fmla="*/ 6210151 w 6568309"/>
              <a:gd name="connsiteY64" fmla="*/ 3335396 h 6858000"/>
              <a:gd name="connsiteX65" fmla="*/ 6212034 w 6568309"/>
              <a:gd name="connsiteY65" fmla="*/ 3456509 h 6858000"/>
              <a:gd name="connsiteX66" fmla="*/ 6197490 w 6568309"/>
              <a:gd name="connsiteY66" fmla="*/ 3531827 h 6858000"/>
              <a:gd name="connsiteX67" fmla="*/ 6208018 w 6568309"/>
              <a:gd name="connsiteY67" fmla="*/ 3570877 h 6858000"/>
              <a:gd name="connsiteX68" fmla="*/ 6205920 w 6568309"/>
              <a:gd name="connsiteY68" fmla="*/ 3583849 h 6858000"/>
              <a:gd name="connsiteX69" fmla="*/ 6199616 w 6568309"/>
              <a:gd name="connsiteY69" fmla="*/ 3592763 h 6858000"/>
              <a:gd name="connsiteX70" fmla="*/ 6181288 w 6568309"/>
              <a:gd name="connsiteY70" fmla="*/ 3653485 h 6858000"/>
              <a:gd name="connsiteX71" fmla="*/ 6175963 w 6568309"/>
              <a:gd name="connsiteY71" fmla="*/ 3670528 h 6858000"/>
              <a:gd name="connsiteX72" fmla="*/ 6176722 w 6568309"/>
              <a:gd name="connsiteY72" fmla="*/ 3685990 h 6858000"/>
              <a:gd name="connsiteX73" fmla="*/ 6181549 w 6568309"/>
              <a:gd name="connsiteY73" fmla="*/ 3690283 h 6858000"/>
              <a:gd name="connsiteX74" fmla="*/ 6179476 w 6568309"/>
              <a:gd name="connsiteY74" fmla="*/ 3699787 h 6858000"/>
              <a:gd name="connsiteX75" fmla="*/ 6180040 w 6568309"/>
              <a:gd name="connsiteY75" fmla="*/ 3702486 h 6858000"/>
              <a:gd name="connsiteX76" fmla="*/ 6182155 w 6568309"/>
              <a:gd name="connsiteY76" fmla="*/ 3717784 h 6858000"/>
              <a:gd name="connsiteX77" fmla="*/ 6158980 w 6568309"/>
              <a:gd name="connsiteY77" fmla="*/ 3746229 h 6858000"/>
              <a:gd name="connsiteX78" fmla="*/ 6096049 w 6568309"/>
              <a:gd name="connsiteY78" fmla="*/ 3924910 h 6858000"/>
              <a:gd name="connsiteX79" fmla="*/ 6069712 w 6568309"/>
              <a:gd name="connsiteY79" fmla="*/ 3989353 h 6858000"/>
              <a:gd name="connsiteX80" fmla="*/ 6067330 w 6568309"/>
              <a:gd name="connsiteY80" fmla="*/ 4033899 h 6858000"/>
              <a:gd name="connsiteX81" fmla="*/ 6061081 w 6568309"/>
              <a:gd name="connsiteY81" fmla="*/ 4142250 h 6858000"/>
              <a:gd name="connsiteX82" fmla="*/ 6042858 w 6568309"/>
              <a:gd name="connsiteY82" fmla="*/ 4329442 h 6858000"/>
              <a:gd name="connsiteX83" fmla="*/ 6034182 w 6568309"/>
              <a:gd name="connsiteY83" fmla="*/ 4456184 h 6858000"/>
              <a:gd name="connsiteX84" fmla="*/ 6029178 w 6568309"/>
              <a:gd name="connsiteY84" fmla="*/ 4468478 h 6858000"/>
              <a:gd name="connsiteX85" fmla="*/ 6029974 w 6568309"/>
              <a:gd name="connsiteY85" fmla="*/ 4469862 h 6858000"/>
              <a:gd name="connsiteX86" fmla="*/ 6028340 w 6568309"/>
              <a:gd name="connsiteY86" fmla="*/ 4483797 h 6858000"/>
              <a:gd name="connsiteX87" fmla="*/ 6025168 w 6568309"/>
              <a:gd name="connsiteY87" fmla="*/ 4487091 h 6858000"/>
              <a:gd name="connsiteX88" fmla="*/ 6023164 w 6568309"/>
              <a:gd name="connsiteY88" fmla="*/ 4496728 h 6858000"/>
              <a:gd name="connsiteX89" fmla="*/ 6016839 w 6568309"/>
              <a:gd name="connsiteY89" fmla="*/ 4515918 h 6858000"/>
              <a:gd name="connsiteX90" fmla="*/ 6017886 w 6568309"/>
              <a:gd name="connsiteY90" fmla="*/ 4519316 h 6858000"/>
              <a:gd name="connsiteX91" fmla="*/ 6011819 w 6568309"/>
              <a:gd name="connsiteY91" fmla="*/ 4547957 h 6858000"/>
              <a:gd name="connsiteX92" fmla="*/ 6012791 w 6568309"/>
              <a:gd name="connsiteY92" fmla="*/ 4548262 h 6858000"/>
              <a:gd name="connsiteX93" fmla="*/ 6015703 w 6568309"/>
              <a:gd name="connsiteY93" fmla="*/ 4555939 h 6858000"/>
              <a:gd name="connsiteX94" fmla="*/ 6018854 w 6568309"/>
              <a:gd name="connsiteY94" fmla="*/ 4570815 h 6858000"/>
              <a:gd name="connsiteX95" fmla="*/ 6033000 w 6568309"/>
              <a:gd name="connsiteY95" fmla="*/ 4633846 h 6858000"/>
              <a:gd name="connsiteX96" fmla="*/ 6032325 w 6568309"/>
              <a:gd name="connsiteY96" fmla="*/ 4639816 h 6858000"/>
              <a:gd name="connsiteX97" fmla="*/ 6032549 w 6568309"/>
              <a:gd name="connsiteY97" fmla="*/ 4639923 h 6858000"/>
              <a:gd name="connsiteX98" fmla="*/ 6032309 w 6568309"/>
              <a:gd name="connsiteY98" fmla="*/ 4646192 h 6858000"/>
              <a:gd name="connsiteX99" fmla="*/ 6031095 w 6568309"/>
              <a:gd name="connsiteY99" fmla="*/ 4650706 h 6858000"/>
              <a:gd name="connsiteX100" fmla="*/ 6029786 w 6568309"/>
              <a:gd name="connsiteY100" fmla="*/ 4662290 h 6858000"/>
              <a:gd name="connsiteX101" fmla="*/ 6030911 w 6568309"/>
              <a:gd name="connsiteY101" fmla="*/ 4666180 h 6858000"/>
              <a:gd name="connsiteX102" fmla="*/ 6033630 w 6568309"/>
              <a:gd name="connsiteY102" fmla="*/ 4667585 h 6858000"/>
              <a:gd name="connsiteX103" fmla="*/ 6033189 w 6568309"/>
              <a:gd name="connsiteY103" fmla="*/ 4668660 h 6858000"/>
              <a:gd name="connsiteX104" fmla="*/ 6038764 w 6568309"/>
              <a:gd name="connsiteY104" fmla="*/ 4689807 h 6858000"/>
              <a:gd name="connsiteX105" fmla="*/ 6042217 w 6568309"/>
              <a:gd name="connsiteY105" fmla="*/ 4737890 h 6858000"/>
              <a:gd name="connsiteX106" fmla="*/ 6040543 w 6568309"/>
              <a:gd name="connsiteY106" fmla="*/ 4765657 h 6858000"/>
              <a:gd name="connsiteX107" fmla="*/ 6039956 w 6568309"/>
              <a:gd name="connsiteY107" fmla="*/ 4841463 h 6858000"/>
              <a:gd name="connsiteX108" fmla="*/ 6057123 w 6568309"/>
              <a:gd name="connsiteY108" fmla="*/ 4969863 h 6858000"/>
              <a:gd name="connsiteX109" fmla="*/ 6055039 w 6568309"/>
              <a:gd name="connsiteY109" fmla="*/ 4974028 h 6858000"/>
              <a:gd name="connsiteX110" fmla="*/ 6053462 w 6568309"/>
              <a:gd name="connsiteY110" fmla="*/ 4980318 h 6858000"/>
              <a:gd name="connsiteX111" fmla="*/ 6053643 w 6568309"/>
              <a:gd name="connsiteY111" fmla="*/ 4980501 h 6858000"/>
              <a:gd name="connsiteX112" fmla="*/ 6051733 w 6568309"/>
              <a:gd name="connsiteY112" fmla="*/ 4986338 h 6858000"/>
              <a:gd name="connsiteX113" fmla="*/ 6049602 w 6568309"/>
              <a:gd name="connsiteY113" fmla="*/ 4991296 h 6858000"/>
              <a:gd name="connsiteX114" fmla="*/ 6075165 w 6568309"/>
              <a:gd name="connsiteY114" fmla="*/ 5076895 h 6858000"/>
              <a:gd name="connsiteX115" fmla="*/ 6073751 w 6568309"/>
              <a:gd name="connsiteY115" fmla="*/ 5081568 h 6858000"/>
              <a:gd name="connsiteX116" fmla="*/ 6073150 w 6568309"/>
              <a:gd name="connsiteY116" fmla="*/ 5088173 h 6858000"/>
              <a:gd name="connsiteX117" fmla="*/ 6073355 w 6568309"/>
              <a:gd name="connsiteY117" fmla="*/ 5088300 h 6858000"/>
              <a:gd name="connsiteX118" fmla="*/ 6072362 w 6568309"/>
              <a:gd name="connsiteY118" fmla="*/ 5094558 h 6858000"/>
              <a:gd name="connsiteX119" fmla="*/ 6064726 w 6568309"/>
              <a:gd name="connsiteY119" fmla="*/ 5125620 h 6858000"/>
              <a:gd name="connsiteX120" fmla="*/ 6065415 w 6568309"/>
              <a:gd name="connsiteY120" fmla="*/ 5268004 h 6858000"/>
              <a:gd name="connsiteX121" fmla="*/ 6066081 w 6568309"/>
              <a:gd name="connsiteY121" fmla="*/ 5269530 h 6858000"/>
              <a:gd name="connsiteX122" fmla="*/ 6043407 w 6568309"/>
              <a:gd name="connsiteY122" fmla="*/ 5390941 h 6858000"/>
              <a:gd name="connsiteX123" fmla="*/ 6025377 w 6568309"/>
              <a:gd name="connsiteY123" fmla="*/ 5539927 h 6858000"/>
              <a:gd name="connsiteX124" fmla="*/ 6010052 w 6568309"/>
              <a:gd name="connsiteY124" fmla="*/ 5791594 h 6858000"/>
              <a:gd name="connsiteX125" fmla="*/ 5994220 w 6568309"/>
              <a:gd name="connsiteY125" fmla="*/ 5855206 h 6858000"/>
              <a:gd name="connsiteX126" fmla="*/ 5982580 w 6568309"/>
              <a:gd name="connsiteY126" fmla="*/ 5873582 h 6858000"/>
              <a:gd name="connsiteX127" fmla="*/ 5983608 w 6568309"/>
              <a:gd name="connsiteY127" fmla="*/ 5876037 h 6858000"/>
              <a:gd name="connsiteX128" fmla="*/ 5983535 w 6568309"/>
              <a:gd name="connsiteY128" fmla="*/ 5886534 h 6858000"/>
              <a:gd name="connsiteX129" fmla="*/ 5988737 w 6568309"/>
              <a:gd name="connsiteY129" fmla="*/ 5888644 h 6858000"/>
              <a:gd name="connsiteX130" fmla="*/ 5992371 w 6568309"/>
              <a:gd name="connsiteY130" fmla="*/ 5903832 h 6858000"/>
              <a:gd name="connsiteX131" fmla="*/ 5990780 w 6568309"/>
              <a:gd name="connsiteY131" fmla="*/ 5923391 h 6858000"/>
              <a:gd name="connsiteX132" fmla="*/ 5993870 w 6568309"/>
              <a:gd name="connsiteY132" fmla="*/ 6013205 h 6858000"/>
              <a:gd name="connsiteX133" fmla="*/ 5997673 w 6568309"/>
              <a:gd name="connsiteY133" fmla="*/ 6074018 h 6858000"/>
              <a:gd name="connsiteX134" fmla="*/ 6014840 w 6568309"/>
              <a:gd name="connsiteY134" fmla="*/ 6130837 h 6858000"/>
              <a:gd name="connsiteX135" fmla="*/ 6010704 w 6568309"/>
              <a:gd name="connsiteY135" fmla="*/ 6152982 h 6858000"/>
              <a:gd name="connsiteX136" fmla="*/ 6038294 w 6568309"/>
              <a:gd name="connsiteY136" fmla="*/ 6221100 h 6858000"/>
              <a:gd name="connsiteX137" fmla="*/ 6052331 w 6568309"/>
              <a:gd name="connsiteY137" fmla="*/ 6287550 h 6858000"/>
              <a:gd name="connsiteX138" fmla="*/ 6074143 w 6568309"/>
              <a:gd name="connsiteY138" fmla="*/ 6401595 h 6858000"/>
              <a:gd name="connsiteX139" fmla="*/ 6060199 w 6568309"/>
              <a:gd name="connsiteY139" fmla="*/ 6487110 h 6858000"/>
              <a:gd name="connsiteX140" fmla="*/ 6081156 w 6568309"/>
              <a:gd name="connsiteY140" fmla="*/ 6588589 h 6858000"/>
              <a:gd name="connsiteX141" fmla="*/ 6114944 w 6568309"/>
              <a:gd name="connsiteY141" fmla="*/ 6769963 h 6858000"/>
              <a:gd name="connsiteX142" fmla="*/ 6128950 w 6568309"/>
              <a:gd name="connsiteY142" fmla="*/ 6835814 h 6858000"/>
              <a:gd name="connsiteX143" fmla="*/ 6132536 w 6568309"/>
              <a:gd name="connsiteY143" fmla="*/ 6858000 h 6858000"/>
              <a:gd name="connsiteX144" fmla="*/ 4789511 w 6568309"/>
              <a:gd name="connsiteY144" fmla="*/ 6858000 h 6858000"/>
              <a:gd name="connsiteX145" fmla="*/ 1866294 w 6568309"/>
              <a:gd name="connsiteY145" fmla="*/ 6858000 h 6858000"/>
              <a:gd name="connsiteX146" fmla="*/ 1705866 w 6568309"/>
              <a:gd name="connsiteY146" fmla="*/ 6858000 h 6858000"/>
              <a:gd name="connsiteX147" fmla="*/ 1343025 w 6568309"/>
              <a:gd name="connsiteY147" fmla="*/ 6858000 h 6858000"/>
              <a:gd name="connsiteX148" fmla="*/ 523269 w 6568309"/>
              <a:gd name="connsiteY148" fmla="*/ 6858000 h 6858000"/>
              <a:gd name="connsiteX149" fmla="*/ 362841 w 6568309"/>
              <a:gd name="connsiteY149" fmla="*/ 6858000 h 6858000"/>
              <a:gd name="connsiteX150" fmla="*/ 0 w 6568309"/>
              <a:gd name="connsiteY15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Lst>
            <a:rect l="l" t="t" r="r" b="b"/>
            <a:pathLst>
              <a:path w="6568309" h="6858000">
                <a:moveTo>
                  <a:pt x="0" y="0"/>
                </a:moveTo>
                <a:lnTo>
                  <a:pt x="362841" y="0"/>
                </a:lnTo>
                <a:lnTo>
                  <a:pt x="523269" y="0"/>
                </a:lnTo>
                <a:lnTo>
                  <a:pt x="1343025" y="0"/>
                </a:lnTo>
                <a:lnTo>
                  <a:pt x="1705866" y="0"/>
                </a:lnTo>
                <a:lnTo>
                  <a:pt x="1866294" y="0"/>
                </a:lnTo>
                <a:lnTo>
                  <a:pt x="5225154" y="0"/>
                </a:lnTo>
                <a:lnTo>
                  <a:pt x="6568179" y="0"/>
                </a:lnTo>
                <a:lnTo>
                  <a:pt x="6568309" y="1"/>
                </a:lnTo>
                <a:lnTo>
                  <a:pt x="6562951" y="30700"/>
                </a:lnTo>
                <a:cubicBezTo>
                  <a:pt x="6559126" y="84364"/>
                  <a:pt x="6548218" y="241149"/>
                  <a:pt x="6547446" y="310025"/>
                </a:cubicBezTo>
                <a:cubicBezTo>
                  <a:pt x="6550151" y="367544"/>
                  <a:pt x="6557712" y="408251"/>
                  <a:pt x="6558316" y="443960"/>
                </a:cubicBezTo>
                <a:cubicBezTo>
                  <a:pt x="6555224" y="499397"/>
                  <a:pt x="6534767" y="604434"/>
                  <a:pt x="6528896" y="642659"/>
                </a:cubicBezTo>
                <a:cubicBezTo>
                  <a:pt x="6535204" y="657287"/>
                  <a:pt x="6515365" y="658191"/>
                  <a:pt x="6523095" y="673307"/>
                </a:cubicBezTo>
                <a:cubicBezTo>
                  <a:pt x="6523388" y="693769"/>
                  <a:pt x="6506868" y="797295"/>
                  <a:pt x="6496169" y="839641"/>
                </a:cubicBezTo>
                <a:cubicBezTo>
                  <a:pt x="6484119" y="887148"/>
                  <a:pt x="6457817" y="937731"/>
                  <a:pt x="6450789" y="958357"/>
                </a:cubicBezTo>
                <a:cubicBezTo>
                  <a:pt x="6443760" y="978983"/>
                  <a:pt x="6459217" y="936930"/>
                  <a:pt x="6453996" y="963398"/>
                </a:cubicBezTo>
                <a:cubicBezTo>
                  <a:pt x="6448777" y="989867"/>
                  <a:pt x="6425575" y="1087010"/>
                  <a:pt x="6419467" y="1117169"/>
                </a:cubicBezTo>
                <a:cubicBezTo>
                  <a:pt x="6431540" y="1118586"/>
                  <a:pt x="6409651" y="1135372"/>
                  <a:pt x="6417348" y="1144352"/>
                </a:cubicBezTo>
                <a:cubicBezTo>
                  <a:pt x="6424109" y="1150681"/>
                  <a:pt x="6419047" y="1157251"/>
                  <a:pt x="6418473" y="1164484"/>
                </a:cubicBezTo>
                <a:cubicBezTo>
                  <a:pt x="6423767" y="1173524"/>
                  <a:pt x="6413947" y="1205209"/>
                  <a:pt x="6406979" y="1213829"/>
                </a:cubicBezTo>
                <a:cubicBezTo>
                  <a:pt x="6382818" y="1235037"/>
                  <a:pt x="6400452" y="1277327"/>
                  <a:pt x="6381928" y="1294823"/>
                </a:cubicBezTo>
                <a:cubicBezTo>
                  <a:pt x="6379195" y="1300845"/>
                  <a:pt x="6378069" y="1306615"/>
                  <a:pt x="6377948" y="1312193"/>
                </a:cubicBezTo>
                <a:lnTo>
                  <a:pt x="6379894" y="1327626"/>
                </a:lnTo>
                <a:lnTo>
                  <a:pt x="6385024" y="1331644"/>
                </a:lnTo>
                <a:lnTo>
                  <a:pt x="6383696" y="1341276"/>
                </a:lnTo>
                <a:cubicBezTo>
                  <a:pt x="6383952" y="1342166"/>
                  <a:pt x="6384208" y="1343055"/>
                  <a:pt x="6384464" y="1343945"/>
                </a:cubicBezTo>
                <a:cubicBezTo>
                  <a:pt x="6385957" y="1349040"/>
                  <a:pt x="6387253" y="1354080"/>
                  <a:pt x="6387748" y="1359134"/>
                </a:cubicBezTo>
                <a:cubicBezTo>
                  <a:pt x="6384363" y="1373109"/>
                  <a:pt x="6372802" y="1397612"/>
                  <a:pt x="6364157" y="1427803"/>
                </a:cubicBezTo>
                <a:cubicBezTo>
                  <a:pt x="6348141" y="1460349"/>
                  <a:pt x="6348362" y="1505076"/>
                  <a:pt x="6335874" y="1540278"/>
                </a:cubicBezTo>
                <a:lnTo>
                  <a:pt x="6331892" y="1547262"/>
                </a:lnTo>
                <a:lnTo>
                  <a:pt x="6332744" y="1577056"/>
                </a:lnTo>
                <a:cubicBezTo>
                  <a:pt x="6335859" y="1582205"/>
                  <a:pt x="6336674" y="1589568"/>
                  <a:pt x="6333604" y="1595898"/>
                </a:cubicBezTo>
                <a:lnTo>
                  <a:pt x="6324749" y="1703726"/>
                </a:lnTo>
                <a:cubicBezTo>
                  <a:pt x="6324080" y="1739332"/>
                  <a:pt x="6318019" y="1754453"/>
                  <a:pt x="6329594" y="1809535"/>
                </a:cubicBezTo>
                <a:cubicBezTo>
                  <a:pt x="6344930" y="1868036"/>
                  <a:pt x="6323725" y="1952670"/>
                  <a:pt x="6329062" y="2018310"/>
                </a:cubicBezTo>
                <a:cubicBezTo>
                  <a:pt x="6308075" y="2053162"/>
                  <a:pt x="6326925" y="2034561"/>
                  <a:pt x="6321735" y="2071355"/>
                </a:cubicBezTo>
                <a:lnTo>
                  <a:pt x="6322678" y="2141166"/>
                </a:lnTo>
                <a:lnTo>
                  <a:pt x="6321340" y="2154548"/>
                </a:lnTo>
                <a:lnTo>
                  <a:pt x="6316582" y="2158153"/>
                </a:lnTo>
                <a:lnTo>
                  <a:pt x="6311428" y="2178174"/>
                </a:lnTo>
                <a:cubicBezTo>
                  <a:pt x="6310177" y="2185696"/>
                  <a:pt x="6309622" y="2193828"/>
                  <a:pt x="6310192" y="2202858"/>
                </a:cubicBezTo>
                <a:cubicBezTo>
                  <a:pt x="6319667" y="2232772"/>
                  <a:pt x="6296459" y="2283357"/>
                  <a:pt x="6309211" y="2320214"/>
                </a:cubicBezTo>
                <a:cubicBezTo>
                  <a:pt x="6307537" y="2355906"/>
                  <a:pt x="6302490" y="2394678"/>
                  <a:pt x="6300151" y="2417011"/>
                </a:cubicBezTo>
                <a:cubicBezTo>
                  <a:pt x="6292303" y="2426377"/>
                  <a:pt x="6304439" y="2456509"/>
                  <a:pt x="6295176" y="2454207"/>
                </a:cubicBezTo>
                <a:cubicBezTo>
                  <a:pt x="6299335" y="2464947"/>
                  <a:pt x="6297305" y="2476105"/>
                  <a:pt x="6293727" y="2487203"/>
                </a:cubicBezTo>
                <a:lnTo>
                  <a:pt x="6285477" y="2512282"/>
                </a:lnTo>
                <a:cubicBezTo>
                  <a:pt x="6285720" y="2512961"/>
                  <a:pt x="6285962" y="2513640"/>
                  <a:pt x="6286205" y="2514318"/>
                </a:cubicBezTo>
                <a:cubicBezTo>
                  <a:pt x="6292347" y="2534324"/>
                  <a:pt x="6298487" y="2554328"/>
                  <a:pt x="6304629" y="2574334"/>
                </a:cubicBezTo>
                <a:lnTo>
                  <a:pt x="6303842" y="2579877"/>
                </a:lnTo>
                <a:cubicBezTo>
                  <a:pt x="6303729" y="2585644"/>
                  <a:pt x="6304006" y="2603388"/>
                  <a:pt x="6303953" y="2608928"/>
                </a:cubicBezTo>
                <a:lnTo>
                  <a:pt x="6303530" y="2613111"/>
                </a:lnTo>
                <a:lnTo>
                  <a:pt x="6297474" y="2621996"/>
                </a:lnTo>
                <a:lnTo>
                  <a:pt x="6299263" y="2634265"/>
                </a:lnTo>
                <a:lnTo>
                  <a:pt x="6293065" y="2647237"/>
                </a:lnTo>
                <a:cubicBezTo>
                  <a:pt x="6294685" y="2648158"/>
                  <a:pt x="6296180" y="2649356"/>
                  <a:pt x="6297496" y="2650786"/>
                </a:cubicBezTo>
                <a:lnTo>
                  <a:pt x="6301708" y="2661993"/>
                </a:lnTo>
                <a:lnTo>
                  <a:pt x="6295884" y="2670949"/>
                </a:lnTo>
                <a:cubicBezTo>
                  <a:pt x="6304913" y="2672007"/>
                  <a:pt x="6294429" y="2681695"/>
                  <a:pt x="6291714" y="2690255"/>
                </a:cubicBezTo>
                <a:lnTo>
                  <a:pt x="6292327" y="2695683"/>
                </a:lnTo>
                <a:lnTo>
                  <a:pt x="6284410" y="2713964"/>
                </a:lnTo>
                <a:lnTo>
                  <a:pt x="6280410" y="2730175"/>
                </a:lnTo>
                <a:lnTo>
                  <a:pt x="6288082" y="2763497"/>
                </a:lnTo>
                <a:lnTo>
                  <a:pt x="6260924" y="3051539"/>
                </a:lnTo>
                <a:cubicBezTo>
                  <a:pt x="6251455" y="3165645"/>
                  <a:pt x="6222174" y="3216611"/>
                  <a:pt x="6210151" y="3335396"/>
                </a:cubicBezTo>
                <a:lnTo>
                  <a:pt x="6212034" y="3456509"/>
                </a:lnTo>
                <a:lnTo>
                  <a:pt x="6197490" y="3531827"/>
                </a:lnTo>
                <a:lnTo>
                  <a:pt x="6208018" y="3570877"/>
                </a:lnTo>
                <a:lnTo>
                  <a:pt x="6205920" y="3583849"/>
                </a:lnTo>
                <a:lnTo>
                  <a:pt x="6199616" y="3592763"/>
                </a:lnTo>
                <a:cubicBezTo>
                  <a:pt x="6191839" y="3613948"/>
                  <a:pt x="6196204" y="3641245"/>
                  <a:pt x="6181288" y="3653485"/>
                </a:cubicBezTo>
                <a:cubicBezTo>
                  <a:pt x="6178087" y="3659316"/>
                  <a:pt x="6176516" y="3664985"/>
                  <a:pt x="6175963" y="3670528"/>
                </a:cubicBezTo>
                <a:lnTo>
                  <a:pt x="6176722" y="3685990"/>
                </a:lnTo>
                <a:lnTo>
                  <a:pt x="6181549" y="3690283"/>
                </a:lnTo>
                <a:lnTo>
                  <a:pt x="6179476" y="3699787"/>
                </a:lnTo>
                <a:cubicBezTo>
                  <a:pt x="6179664" y="3700686"/>
                  <a:pt x="6179852" y="3701586"/>
                  <a:pt x="6180040" y="3702486"/>
                </a:cubicBezTo>
                <a:cubicBezTo>
                  <a:pt x="6181140" y="3707637"/>
                  <a:pt x="6182047" y="3712728"/>
                  <a:pt x="6182155" y="3717784"/>
                </a:cubicBezTo>
                <a:cubicBezTo>
                  <a:pt x="6156678" y="3711701"/>
                  <a:pt x="6178864" y="3759789"/>
                  <a:pt x="6158980" y="3746229"/>
                </a:cubicBezTo>
                <a:cubicBezTo>
                  <a:pt x="6144630" y="3780750"/>
                  <a:pt x="6117520" y="3867558"/>
                  <a:pt x="6096049" y="3924910"/>
                </a:cubicBezTo>
                <a:lnTo>
                  <a:pt x="6069712" y="3989353"/>
                </a:lnTo>
                <a:lnTo>
                  <a:pt x="6067330" y="4033899"/>
                </a:lnTo>
                <a:cubicBezTo>
                  <a:pt x="6065506" y="4070470"/>
                  <a:pt x="6063599" y="4110146"/>
                  <a:pt x="6061081" y="4142250"/>
                </a:cubicBezTo>
                <a:cubicBezTo>
                  <a:pt x="6055260" y="4200007"/>
                  <a:pt x="6045907" y="4278998"/>
                  <a:pt x="6042858" y="4329442"/>
                </a:cubicBezTo>
                <a:cubicBezTo>
                  <a:pt x="6038376" y="4381764"/>
                  <a:pt x="6036461" y="4433012"/>
                  <a:pt x="6034182" y="4456184"/>
                </a:cubicBezTo>
                <a:lnTo>
                  <a:pt x="6029178" y="4468478"/>
                </a:lnTo>
                <a:lnTo>
                  <a:pt x="6029974" y="4469862"/>
                </a:lnTo>
                <a:cubicBezTo>
                  <a:pt x="6031287" y="4476321"/>
                  <a:pt x="6030316" y="4480555"/>
                  <a:pt x="6028340" y="4483797"/>
                </a:cubicBezTo>
                <a:lnTo>
                  <a:pt x="6025168" y="4487091"/>
                </a:lnTo>
                <a:lnTo>
                  <a:pt x="6023164" y="4496728"/>
                </a:lnTo>
                <a:lnTo>
                  <a:pt x="6016839" y="4515918"/>
                </a:lnTo>
                <a:cubicBezTo>
                  <a:pt x="6017189" y="4517049"/>
                  <a:pt x="6017537" y="4518182"/>
                  <a:pt x="6017886" y="4519316"/>
                </a:cubicBezTo>
                <a:lnTo>
                  <a:pt x="6011819" y="4547957"/>
                </a:lnTo>
                <a:lnTo>
                  <a:pt x="6012791" y="4548262"/>
                </a:lnTo>
                <a:cubicBezTo>
                  <a:pt x="6014837" y="4549595"/>
                  <a:pt x="6016087" y="4551811"/>
                  <a:pt x="6015703" y="4555939"/>
                </a:cubicBezTo>
                <a:cubicBezTo>
                  <a:pt x="6031790" y="4548276"/>
                  <a:pt x="6021405" y="4557977"/>
                  <a:pt x="6018854" y="4570815"/>
                </a:cubicBezTo>
                <a:cubicBezTo>
                  <a:pt x="6021736" y="4583801"/>
                  <a:pt x="6030754" y="4622347"/>
                  <a:pt x="6033000" y="4633846"/>
                </a:cubicBezTo>
                <a:lnTo>
                  <a:pt x="6032325" y="4639816"/>
                </a:lnTo>
                <a:lnTo>
                  <a:pt x="6032549" y="4639923"/>
                </a:lnTo>
                <a:cubicBezTo>
                  <a:pt x="6032911" y="4641190"/>
                  <a:pt x="6032878" y="4643141"/>
                  <a:pt x="6032309" y="4646192"/>
                </a:cubicBezTo>
                <a:lnTo>
                  <a:pt x="6031095" y="4650706"/>
                </a:lnTo>
                <a:lnTo>
                  <a:pt x="6029786" y="4662290"/>
                </a:lnTo>
                <a:cubicBezTo>
                  <a:pt x="6030161" y="4663587"/>
                  <a:pt x="6030536" y="4664883"/>
                  <a:pt x="6030911" y="4666180"/>
                </a:cubicBezTo>
                <a:lnTo>
                  <a:pt x="6033630" y="4667585"/>
                </a:lnTo>
                <a:lnTo>
                  <a:pt x="6033189" y="4668660"/>
                </a:lnTo>
                <a:cubicBezTo>
                  <a:pt x="6027286" y="4676831"/>
                  <a:pt x="6019767" y="4679345"/>
                  <a:pt x="6038764" y="4689807"/>
                </a:cubicBezTo>
                <a:cubicBezTo>
                  <a:pt x="6028616" y="4708535"/>
                  <a:pt x="6040474" y="4712235"/>
                  <a:pt x="6042217" y="4737890"/>
                </a:cubicBezTo>
                <a:cubicBezTo>
                  <a:pt x="6033362" y="4748600"/>
                  <a:pt x="6035273" y="4757223"/>
                  <a:pt x="6040543" y="4765657"/>
                </a:cubicBezTo>
                <a:cubicBezTo>
                  <a:pt x="6034416" y="4790618"/>
                  <a:pt x="6040696" y="4813399"/>
                  <a:pt x="6039956" y="4841463"/>
                </a:cubicBezTo>
                <a:lnTo>
                  <a:pt x="6057123" y="4969863"/>
                </a:lnTo>
                <a:lnTo>
                  <a:pt x="6055039" y="4974028"/>
                </a:lnTo>
                <a:cubicBezTo>
                  <a:pt x="6053860" y="4976933"/>
                  <a:pt x="6053409" y="4978909"/>
                  <a:pt x="6053462" y="4980318"/>
                </a:cubicBezTo>
                <a:lnTo>
                  <a:pt x="6053643" y="4980501"/>
                </a:lnTo>
                <a:lnTo>
                  <a:pt x="6051733" y="4986338"/>
                </a:lnTo>
                <a:lnTo>
                  <a:pt x="6049602" y="4991296"/>
                </a:lnTo>
                <a:cubicBezTo>
                  <a:pt x="6058123" y="5019829"/>
                  <a:pt x="6066643" y="5048361"/>
                  <a:pt x="6075165" y="5076895"/>
                </a:cubicBezTo>
                <a:lnTo>
                  <a:pt x="6073751" y="5081568"/>
                </a:lnTo>
                <a:cubicBezTo>
                  <a:pt x="6073034" y="5084748"/>
                  <a:pt x="6072888" y="5086810"/>
                  <a:pt x="6073150" y="5088173"/>
                </a:cubicBezTo>
                <a:lnTo>
                  <a:pt x="6073355" y="5088300"/>
                </a:lnTo>
                <a:lnTo>
                  <a:pt x="6072362" y="5094558"/>
                </a:lnTo>
                <a:cubicBezTo>
                  <a:pt x="6070184" y="5105196"/>
                  <a:pt x="6067588" y="5115626"/>
                  <a:pt x="6064726" y="5125620"/>
                </a:cubicBezTo>
                <a:cubicBezTo>
                  <a:pt x="6063568" y="5154527"/>
                  <a:pt x="6065189" y="5244020"/>
                  <a:pt x="6065415" y="5268004"/>
                </a:cubicBezTo>
                <a:cubicBezTo>
                  <a:pt x="6065637" y="5268513"/>
                  <a:pt x="6065860" y="5269021"/>
                  <a:pt x="6066081" y="5269530"/>
                </a:cubicBezTo>
                <a:lnTo>
                  <a:pt x="6043407" y="5390941"/>
                </a:lnTo>
                <a:cubicBezTo>
                  <a:pt x="6032545" y="5438194"/>
                  <a:pt x="6020942" y="5465286"/>
                  <a:pt x="6025377" y="5539927"/>
                </a:cubicBezTo>
                <a:cubicBezTo>
                  <a:pt x="6019787" y="5610775"/>
                  <a:pt x="6013913" y="5740573"/>
                  <a:pt x="6010052" y="5791594"/>
                </a:cubicBezTo>
                <a:cubicBezTo>
                  <a:pt x="5989401" y="5787060"/>
                  <a:pt x="6018524" y="5849672"/>
                  <a:pt x="5994220" y="5855206"/>
                </a:cubicBezTo>
                <a:cubicBezTo>
                  <a:pt x="5995282" y="5860240"/>
                  <a:pt x="5980598" y="5868910"/>
                  <a:pt x="5982580" y="5873582"/>
                </a:cubicBezTo>
                <a:cubicBezTo>
                  <a:pt x="5982922" y="5874401"/>
                  <a:pt x="5983265" y="5875218"/>
                  <a:pt x="5983608" y="5876037"/>
                </a:cubicBezTo>
                <a:lnTo>
                  <a:pt x="5983535" y="5886534"/>
                </a:lnTo>
                <a:lnTo>
                  <a:pt x="5988737" y="5888644"/>
                </a:lnTo>
                <a:cubicBezTo>
                  <a:pt x="5989948" y="5893707"/>
                  <a:pt x="5991159" y="5898769"/>
                  <a:pt x="5992371" y="5903832"/>
                </a:cubicBezTo>
                <a:cubicBezTo>
                  <a:pt x="5992924" y="5909651"/>
                  <a:pt x="5992578" y="5916068"/>
                  <a:pt x="5990780" y="5923391"/>
                </a:cubicBezTo>
                <a:cubicBezTo>
                  <a:pt x="5975822" y="5948880"/>
                  <a:pt x="6013580" y="5981626"/>
                  <a:pt x="5993870" y="6013205"/>
                </a:cubicBezTo>
                <a:cubicBezTo>
                  <a:pt x="5988486" y="6024901"/>
                  <a:pt x="5991718" y="6066777"/>
                  <a:pt x="5997673" y="6074018"/>
                </a:cubicBezTo>
                <a:cubicBezTo>
                  <a:pt x="5998007" y="6081731"/>
                  <a:pt x="6007861" y="6126985"/>
                  <a:pt x="6014840" y="6130837"/>
                </a:cubicBezTo>
                <a:cubicBezTo>
                  <a:pt x="6022998" y="6137057"/>
                  <a:pt x="5999420" y="6156330"/>
                  <a:pt x="6010704" y="6152982"/>
                </a:cubicBezTo>
                <a:cubicBezTo>
                  <a:pt x="6008682" y="6186619"/>
                  <a:pt x="6039938" y="6191636"/>
                  <a:pt x="6038294" y="6221100"/>
                </a:cubicBezTo>
                <a:cubicBezTo>
                  <a:pt x="6039643" y="6222126"/>
                  <a:pt x="6046356" y="6257468"/>
                  <a:pt x="6052331" y="6287550"/>
                </a:cubicBezTo>
                <a:cubicBezTo>
                  <a:pt x="6058307" y="6317632"/>
                  <a:pt x="6082079" y="6391312"/>
                  <a:pt x="6074143" y="6401595"/>
                </a:cubicBezTo>
                <a:cubicBezTo>
                  <a:pt x="6074931" y="6423902"/>
                  <a:pt x="6059614" y="6432919"/>
                  <a:pt x="6060199" y="6487110"/>
                </a:cubicBezTo>
                <a:cubicBezTo>
                  <a:pt x="6075583" y="6574474"/>
                  <a:pt x="6076150" y="6553611"/>
                  <a:pt x="6081156" y="6588589"/>
                </a:cubicBezTo>
                <a:cubicBezTo>
                  <a:pt x="6102088" y="6637976"/>
                  <a:pt x="6067660" y="6687723"/>
                  <a:pt x="6114944" y="6769963"/>
                </a:cubicBezTo>
                <a:cubicBezTo>
                  <a:pt x="6130462" y="6819284"/>
                  <a:pt x="6119243" y="6817955"/>
                  <a:pt x="6128950" y="6835814"/>
                </a:cubicBezTo>
                <a:lnTo>
                  <a:pt x="6132536" y="6858000"/>
                </a:lnTo>
                <a:lnTo>
                  <a:pt x="4789511" y="6858000"/>
                </a:lnTo>
                <a:lnTo>
                  <a:pt x="1866294" y="6858000"/>
                </a:lnTo>
                <a:lnTo>
                  <a:pt x="1705866" y="6858000"/>
                </a:lnTo>
                <a:lnTo>
                  <a:pt x="1343025" y="6858000"/>
                </a:lnTo>
                <a:lnTo>
                  <a:pt x="523269" y="6858000"/>
                </a:lnTo>
                <a:lnTo>
                  <a:pt x="362841"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BEB2F09-496E-CCC8-5D2B-675252EA7C5A}"/>
              </a:ext>
            </a:extLst>
          </p:cNvPr>
          <p:cNvSpPr>
            <a:spLocks noGrp="1"/>
          </p:cNvSpPr>
          <p:nvPr>
            <p:ph type="title"/>
          </p:nvPr>
        </p:nvSpPr>
        <p:spPr>
          <a:xfrm>
            <a:off x="1137034" y="609600"/>
            <a:ext cx="4784796" cy="1330840"/>
          </a:xfrm>
        </p:spPr>
        <p:txBody>
          <a:bodyPr>
            <a:normAutofit/>
          </a:bodyPr>
          <a:lstStyle/>
          <a:p>
            <a:r>
              <a:rPr lang="en-GB">
                <a:latin typeface="Calibri"/>
                <a:ea typeface="Calibri"/>
                <a:cs typeface="Calibri"/>
              </a:rPr>
              <a:t>Objectives</a:t>
            </a:r>
            <a:endParaRPr lang="en-US">
              <a:latin typeface="Calibri"/>
              <a:ea typeface="Calibri"/>
              <a:cs typeface="Calibri"/>
            </a:endParaRPr>
          </a:p>
        </p:txBody>
      </p:sp>
      <p:sp>
        <p:nvSpPr>
          <p:cNvPr id="3" name="Content Placeholder 2">
            <a:extLst>
              <a:ext uri="{FF2B5EF4-FFF2-40B4-BE49-F238E27FC236}">
                <a16:creationId xmlns:a16="http://schemas.microsoft.com/office/drawing/2014/main" id="{45E94F3D-0AA1-47C8-3948-BE8AFBB85AA0}"/>
              </a:ext>
            </a:extLst>
          </p:cNvPr>
          <p:cNvSpPr>
            <a:spLocks noGrp="1"/>
          </p:cNvSpPr>
          <p:nvPr>
            <p:ph idx="1"/>
          </p:nvPr>
        </p:nvSpPr>
        <p:spPr>
          <a:xfrm>
            <a:off x="1137034" y="1947573"/>
            <a:ext cx="4774211" cy="3863762"/>
          </a:xfrm>
        </p:spPr>
        <p:txBody>
          <a:bodyPr vert="horz" lIns="91440" tIns="45720" rIns="91440" bIns="45720" rtlCol="0" anchor="t">
            <a:noAutofit/>
          </a:bodyPr>
          <a:lstStyle/>
          <a:p>
            <a:r>
              <a:rPr lang="en-US" sz="1800">
                <a:latin typeface="Calibri"/>
                <a:ea typeface="Calibri"/>
                <a:cs typeface="Calibri"/>
              </a:rPr>
              <a:t>Design a localized, senior-friendly voice assistant</a:t>
            </a:r>
          </a:p>
          <a:p>
            <a:r>
              <a:rPr lang="en-US" sz="1800">
                <a:latin typeface="Calibri"/>
                <a:ea typeface="Calibri"/>
                <a:cs typeface="Calibri"/>
              </a:rPr>
              <a:t>Provide automatic medicine and appointment reminders</a:t>
            </a:r>
          </a:p>
          <a:p>
            <a:r>
              <a:rPr lang="en-US" sz="1800">
                <a:latin typeface="Calibri"/>
                <a:ea typeface="Calibri"/>
                <a:cs typeface="Calibri"/>
              </a:rPr>
              <a:t>Enable emergency activation via voice and button</a:t>
            </a:r>
          </a:p>
          <a:p>
            <a:r>
              <a:rPr lang="en-US" sz="1800">
                <a:latin typeface="Calibri"/>
                <a:ea typeface="Calibri"/>
                <a:cs typeface="Calibri"/>
              </a:rPr>
              <a:t>Support Telugu voice interaction</a:t>
            </a:r>
          </a:p>
          <a:p>
            <a:r>
              <a:rPr lang="en-US" sz="1800">
                <a:latin typeface="Calibri"/>
                <a:ea typeface="Calibri"/>
                <a:cs typeface="Calibri"/>
              </a:rPr>
              <a:t>Implement priority-based task management</a:t>
            </a:r>
          </a:p>
          <a:p>
            <a:r>
              <a:rPr lang="en-US" sz="1800">
                <a:latin typeface="Calibri"/>
                <a:ea typeface="Calibri"/>
                <a:cs typeface="Calibri"/>
              </a:rPr>
              <a:t>Display real-time clock and battery status on OLED display</a:t>
            </a:r>
          </a:p>
        </p:txBody>
      </p:sp>
      <p:pic>
        <p:nvPicPr>
          <p:cNvPr id="4" name="Picture 3">
            <a:extLst>
              <a:ext uri="{FF2B5EF4-FFF2-40B4-BE49-F238E27FC236}">
                <a16:creationId xmlns:a16="http://schemas.microsoft.com/office/drawing/2014/main" id="{CFED38BD-4582-99C5-EE7D-1D23DBB6E200}"/>
              </a:ext>
            </a:extLst>
          </p:cNvPr>
          <p:cNvPicPr>
            <a:picLocks noChangeAspect="1"/>
          </p:cNvPicPr>
          <p:nvPr/>
        </p:nvPicPr>
        <p:blipFill>
          <a:blip r:embed="rId2">
            <a:extLst>
              <a:ext uri="{28A0092B-C50C-407E-A947-70E740481C1C}">
                <a14:useLocalDpi xmlns:a14="http://schemas.microsoft.com/office/drawing/2010/main" val="0"/>
              </a:ext>
            </a:extLst>
          </a:blip>
          <a:srcRect l="11786" r="11964" b="6184"/>
          <a:stretch>
            <a:fillRect/>
          </a:stretch>
        </p:blipFill>
        <p:spPr>
          <a:xfrm>
            <a:off x="6880610" y="824308"/>
            <a:ext cx="4737650" cy="5231598"/>
          </a:xfrm>
          <a:prstGeom prst="rect">
            <a:avLst/>
          </a:prstGeom>
        </p:spPr>
      </p:pic>
    </p:spTree>
    <p:extLst>
      <p:ext uri="{BB962C8B-B14F-4D97-AF65-F5344CB8AC3E}">
        <p14:creationId xmlns:p14="http://schemas.microsoft.com/office/powerpoint/2010/main" val="19874613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098B272-3E4E-3756-2E17-A6E80F11983E}"/>
              </a:ext>
            </a:extLst>
          </p:cNvPr>
          <p:cNvSpPr>
            <a:spLocks noGrp="1"/>
          </p:cNvSpPr>
          <p:nvPr>
            <p:ph type="title"/>
          </p:nvPr>
        </p:nvSpPr>
        <p:spPr>
          <a:xfrm>
            <a:off x="838200" y="557188"/>
            <a:ext cx="10515600" cy="954205"/>
          </a:xfrm>
        </p:spPr>
        <p:txBody>
          <a:bodyPr>
            <a:normAutofit/>
          </a:bodyPr>
          <a:lstStyle/>
          <a:p>
            <a:pPr algn="ctr"/>
            <a:r>
              <a:rPr lang="en-GB" sz="4800">
                <a:latin typeface="Calibri"/>
                <a:ea typeface="Calibri"/>
                <a:cs typeface="Calibri"/>
              </a:rPr>
              <a:t>Our Proposed System</a:t>
            </a:r>
            <a:endParaRPr lang="en-US" sz="4800">
              <a:latin typeface="Calibri"/>
              <a:ea typeface="Calibri"/>
              <a:cs typeface="Calibri"/>
            </a:endParaRPr>
          </a:p>
        </p:txBody>
      </p:sp>
      <p:graphicFrame>
        <p:nvGraphicFramePr>
          <p:cNvPr id="7" name="Content Placeholder 2">
            <a:extLst>
              <a:ext uri="{FF2B5EF4-FFF2-40B4-BE49-F238E27FC236}">
                <a16:creationId xmlns:a16="http://schemas.microsoft.com/office/drawing/2014/main" id="{84B33009-9BF8-23C6-0BBE-5474EACC2679}"/>
              </a:ext>
            </a:extLst>
          </p:cNvPr>
          <p:cNvGraphicFramePr>
            <a:graphicFrameLocks noGrp="1"/>
          </p:cNvGraphicFramePr>
          <p:nvPr>
            <p:ph idx="1"/>
            <p:extLst>
              <p:ext uri="{D42A27DB-BD31-4B8C-83A1-F6EECF244321}">
                <p14:modId xmlns:p14="http://schemas.microsoft.com/office/powerpoint/2010/main" val="2084300374"/>
              </p:ext>
            </p:extLst>
          </p:nvPr>
        </p:nvGraphicFramePr>
        <p:xfrm>
          <a:off x="838200" y="1505074"/>
          <a:ext cx="10515600" cy="456545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836627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9CE0A68D-28EF-49D9-B84B-5DAB387149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BFD2E8C-6898-45F6-363F-0B9F3ACF4E77}"/>
              </a:ext>
            </a:extLst>
          </p:cNvPr>
          <p:cNvSpPr>
            <a:spLocks noGrp="1"/>
          </p:cNvSpPr>
          <p:nvPr>
            <p:ph type="title"/>
          </p:nvPr>
        </p:nvSpPr>
        <p:spPr>
          <a:xfrm>
            <a:off x="542418" y="308291"/>
            <a:ext cx="6528172" cy="835083"/>
          </a:xfrm>
        </p:spPr>
        <p:txBody>
          <a:bodyPr vert="horz" lIns="91440" tIns="45720" rIns="91440" bIns="45720" rtlCol="0" anchor="t">
            <a:noAutofit/>
          </a:bodyPr>
          <a:lstStyle/>
          <a:p>
            <a:pPr algn="ctr"/>
            <a:r>
              <a:rPr lang="en-US" sz="4000" b="1" kern="1200">
                <a:solidFill>
                  <a:schemeClr val="tx1">
                    <a:lumMod val="65000"/>
                    <a:lumOff val="35000"/>
                  </a:schemeClr>
                </a:solidFill>
                <a:latin typeface="Calibri"/>
                <a:ea typeface="Calibri"/>
                <a:cs typeface="Calibri"/>
              </a:rPr>
              <a:t>System Architecture Diagram</a:t>
            </a:r>
          </a:p>
        </p:txBody>
      </p:sp>
      <p:sp>
        <p:nvSpPr>
          <p:cNvPr id="23" name="Rectangle 22">
            <a:extLst>
              <a:ext uri="{FF2B5EF4-FFF2-40B4-BE49-F238E27FC236}">
                <a16:creationId xmlns:a16="http://schemas.microsoft.com/office/drawing/2014/main" id="{1FA0C3DC-24DE-44E3-9D41-CAA5F3B207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16208" y="0"/>
            <a:ext cx="4775791"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9ABC542-95A1-FD36-4986-082860159A8F}"/>
              </a:ext>
            </a:extLst>
          </p:cNvPr>
          <p:cNvSpPr>
            <a:spLocks noGrp="1"/>
          </p:cNvSpPr>
          <p:nvPr>
            <p:ph type="body" sz="half" idx="2"/>
          </p:nvPr>
        </p:nvSpPr>
        <p:spPr>
          <a:xfrm>
            <a:off x="8092643" y="764278"/>
            <a:ext cx="3425202" cy="5310963"/>
          </a:xfrm>
        </p:spPr>
        <p:txBody>
          <a:bodyPr vert="horz" lIns="91440" tIns="45720" rIns="91440" bIns="45720" rtlCol="0" anchor="ctr">
            <a:normAutofit/>
          </a:bodyPr>
          <a:lstStyle/>
          <a:p>
            <a:pPr marL="285750" indent="-285750">
              <a:buChar char="•"/>
            </a:pPr>
            <a:r>
              <a:rPr lang="en-US" sz="2000" b="1">
                <a:solidFill>
                  <a:srgbClr val="595959"/>
                </a:solidFill>
                <a:latin typeface="Calibri"/>
                <a:ea typeface="Calibri"/>
                <a:cs typeface="Calibri"/>
              </a:rPr>
              <a:t>ESP32 acts as the central processing and control unit</a:t>
            </a:r>
            <a:endParaRPr lang="en-US" sz="2000" b="1">
              <a:latin typeface="Calibri"/>
              <a:ea typeface="Calibri"/>
              <a:cs typeface="Calibri"/>
            </a:endParaRPr>
          </a:p>
          <a:p>
            <a:pPr marL="285750" indent="-285750">
              <a:buChar char="•"/>
            </a:pPr>
            <a:r>
              <a:rPr lang="en-US" sz="2000">
                <a:solidFill>
                  <a:srgbClr val="595959"/>
                </a:solidFill>
                <a:latin typeface="Calibri"/>
                <a:ea typeface="Calibri"/>
                <a:cs typeface="Calibri"/>
              </a:rPr>
              <a:t>Voice, button, and scheduled inputs are handled using a priority-based system</a:t>
            </a:r>
            <a:endParaRPr lang="en-US" sz="2000">
              <a:latin typeface="Calibri"/>
              <a:ea typeface="Calibri"/>
              <a:cs typeface="Calibri"/>
            </a:endParaRPr>
          </a:p>
          <a:p>
            <a:pPr marL="285750" indent="-285750">
              <a:buChar char="•"/>
            </a:pPr>
            <a:r>
              <a:rPr lang="en-US" sz="2000">
                <a:solidFill>
                  <a:srgbClr val="595959"/>
                </a:solidFill>
                <a:latin typeface="Calibri"/>
                <a:ea typeface="Calibri"/>
                <a:cs typeface="Calibri"/>
              </a:rPr>
              <a:t>Emergency can be triggered by voice command or long-press button</a:t>
            </a:r>
            <a:endParaRPr lang="en-US" sz="2000">
              <a:latin typeface="Calibri"/>
              <a:ea typeface="Calibri"/>
              <a:cs typeface="Calibri"/>
            </a:endParaRPr>
          </a:p>
          <a:p>
            <a:pPr marL="285750" indent="-285750">
              <a:buChar char="•"/>
            </a:pPr>
            <a:r>
              <a:rPr lang="en-US" sz="2000">
                <a:solidFill>
                  <a:srgbClr val="595959"/>
                </a:solidFill>
                <a:latin typeface="Calibri"/>
                <a:ea typeface="Calibri"/>
                <a:cs typeface="Calibri"/>
              </a:rPr>
              <a:t>System operates using a standalone embedded architecture with rechargeable battery backup.</a:t>
            </a:r>
            <a:endParaRPr lang="en-US" sz="2000">
              <a:latin typeface="Calibri"/>
              <a:ea typeface="Calibri"/>
              <a:cs typeface="Calibri"/>
            </a:endParaRPr>
          </a:p>
        </p:txBody>
      </p:sp>
      <p:pic>
        <p:nvPicPr>
          <p:cNvPr id="10" name="Picture 9">
            <a:extLst>
              <a:ext uri="{FF2B5EF4-FFF2-40B4-BE49-F238E27FC236}">
                <a16:creationId xmlns:a16="http://schemas.microsoft.com/office/drawing/2014/main" id="{9D0765F7-0673-3406-2484-C1C58D4F25B3}"/>
              </a:ext>
            </a:extLst>
          </p:cNvPr>
          <p:cNvPicPr>
            <a:picLocks noChangeAspect="1"/>
          </p:cNvPicPr>
          <p:nvPr/>
        </p:nvPicPr>
        <p:blipFill>
          <a:blip r:embed="rId2">
            <a:extLst>
              <a:ext uri="{28A0092B-C50C-407E-A947-70E740481C1C}">
                <a14:useLocalDpi xmlns:a14="http://schemas.microsoft.com/office/drawing/2010/main" val="0"/>
              </a:ext>
            </a:extLst>
          </a:blip>
          <a:srcRect r="190" b="3183"/>
          <a:stretch>
            <a:fillRect/>
          </a:stretch>
        </p:blipFill>
        <p:spPr>
          <a:xfrm>
            <a:off x="541144" y="1320934"/>
            <a:ext cx="6518306" cy="4081938"/>
          </a:xfrm>
          <a:prstGeom prst="rect">
            <a:avLst/>
          </a:prstGeom>
        </p:spPr>
      </p:pic>
    </p:spTree>
    <p:extLst>
      <p:ext uri="{BB962C8B-B14F-4D97-AF65-F5344CB8AC3E}">
        <p14:creationId xmlns:p14="http://schemas.microsoft.com/office/powerpoint/2010/main" val="6926221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53F29798-D584-4792-9B62-3F5F5C36D6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9708AC9-82A2-3E59-4754-B060E49DD586}"/>
              </a:ext>
            </a:extLst>
          </p:cNvPr>
          <p:cNvSpPr>
            <a:spLocks noGrp="1"/>
          </p:cNvSpPr>
          <p:nvPr>
            <p:ph type="title"/>
          </p:nvPr>
        </p:nvSpPr>
        <p:spPr>
          <a:xfrm>
            <a:off x="838200" y="184805"/>
            <a:ext cx="10515600" cy="869069"/>
          </a:xfrm>
        </p:spPr>
        <p:txBody>
          <a:bodyPr vert="horz" lIns="91440" tIns="45720" rIns="91440" bIns="45720" rtlCol="0" anchor="ctr">
            <a:normAutofit/>
          </a:bodyPr>
          <a:lstStyle/>
          <a:p>
            <a:pPr algn="ctr"/>
            <a:r>
              <a:rPr lang="en-US" kern="1200">
                <a:latin typeface="Calibri"/>
                <a:ea typeface="Calibri"/>
                <a:cs typeface="Calibri"/>
              </a:rPr>
              <a:t>Block Diagram</a:t>
            </a:r>
          </a:p>
        </p:txBody>
      </p:sp>
      <p:pic>
        <p:nvPicPr>
          <p:cNvPr id="3" name="Picture 2">
            <a:extLst>
              <a:ext uri="{FF2B5EF4-FFF2-40B4-BE49-F238E27FC236}">
                <a16:creationId xmlns:a16="http://schemas.microsoft.com/office/drawing/2014/main" id="{8AFCD0FA-24D7-9FFA-9CF9-1BA09FB7D0A3}"/>
              </a:ext>
            </a:extLst>
          </p:cNvPr>
          <p:cNvPicPr>
            <a:picLocks noChangeAspect="1"/>
          </p:cNvPicPr>
          <p:nvPr/>
        </p:nvPicPr>
        <p:blipFill>
          <a:blip r:embed="rId2">
            <a:extLst>
              <a:ext uri="{28A0092B-C50C-407E-A947-70E740481C1C}">
                <a14:useLocalDpi xmlns:a14="http://schemas.microsoft.com/office/drawing/2010/main" val="0"/>
              </a:ext>
            </a:extLst>
          </a:blip>
          <a:srcRect l="5409" t="8264" r="6103" b="11777"/>
          <a:stretch>
            <a:fillRect/>
          </a:stretch>
        </p:blipFill>
        <p:spPr>
          <a:xfrm>
            <a:off x="1992125" y="949387"/>
            <a:ext cx="8211654" cy="4971437"/>
          </a:xfrm>
          <a:prstGeom prst="rect">
            <a:avLst/>
          </a:prstGeom>
        </p:spPr>
      </p:pic>
    </p:spTree>
    <p:extLst>
      <p:ext uri="{BB962C8B-B14F-4D97-AF65-F5344CB8AC3E}">
        <p14:creationId xmlns:p14="http://schemas.microsoft.com/office/powerpoint/2010/main" val="1396423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8" name="Rectangle 97">
            <a:extLst>
              <a:ext uri="{FF2B5EF4-FFF2-40B4-BE49-F238E27FC236}">
                <a16:creationId xmlns:a16="http://schemas.microsoft.com/office/drawing/2014/main" id="{DCC231C8-C761-4B31-9B1C-C6D19248C6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1DB43B0-917C-D449-9DEE-29FCC01B124A}"/>
              </a:ext>
            </a:extLst>
          </p:cNvPr>
          <p:cNvSpPr>
            <a:spLocks noGrp="1"/>
          </p:cNvSpPr>
          <p:nvPr>
            <p:ph type="title"/>
          </p:nvPr>
        </p:nvSpPr>
        <p:spPr>
          <a:xfrm>
            <a:off x="664029" y="557189"/>
            <a:ext cx="3406793" cy="5567891"/>
          </a:xfrm>
        </p:spPr>
        <p:txBody>
          <a:bodyPr>
            <a:normAutofit/>
          </a:bodyPr>
          <a:lstStyle/>
          <a:p>
            <a:r>
              <a:rPr lang="en-GB" sz="4800">
                <a:latin typeface="Calibri"/>
                <a:ea typeface="Calibri"/>
                <a:cs typeface="Calibri"/>
              </a:rPr>
              <a:t>Hardware Components Overview</a:t>
            </a:r>
            <a:endParaRPr lang="en-US" sz="4800">
              <a:latin typeface="Calibri"/>
              <a:ea typeface="Calibri"/>
              <a:cs typeface="Calibri"/>
            </a:endParaRPr>
          </a:p>
        </p:txBody>
      </p:sp>
      <p:graphicFrame>
        <p:nvGraphicFramePr>
          <p:cNvPr id="5" name="Content Placeholder 2">
            <a:extLst>
              <a:ext uri="{FF2B5EF4-FFF2-40B4-BE49-F238E27FC236}">
                <a16:creationId xmlns:a16="http://schemas.microsoft.com/office/drawing/2014/main" id="{28AD65F3-5C77-3F34-262F-5D42D9DDAEF2}"/>
              </a:ext>
            </a:extLst>
          </p:cNvPr>
          <p:cNvGraphicFramePr>
            <a:graphicFrameLocks noGrp="1"/>
          </p:cNvGraphicFramePr>
          <p:nvPr>
            <p:ph idx="1"/>
            <p:extLst>
              <p:ext uri="{D42A27DB-BD31-4B8C-83A1-F6EECF244321}">
                <p14:modId xmlns:p14="http://schemas.microsoft.com/office/powerpoint/2010/main" val="3853275198"/>
              </p:ext>
            </p:extLst>
          </p:nvPr>
        </p:nvGraphicFramePr>
        <p:xfrm>
          <a:off x="4077789" y="464385"/>
          <a:ext cx="7450182" cy="592923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649656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5" name="Rectangle 404">
            <a:extLst>
              <a:ext uri="{FF2B5EF4-FFF2-40B4-BE49-F238E27FC236}">
                <a16:creationId xmlns:a16="http://schemas.microsoft.com/office/drawing/2014/main" id="{78532AE1-3E02-470C-B898-A0C62F2E99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7" name="Rectangle 406">
            <a:extLst>
              <a:ext uri="{FF2B5EF4-FFF2-40B4-BE49-F238E27FC236}">
                <a16:creationId xmlns:a16="http://schemas.microsoft.com/office/drawing/2014/main" id="{E7401DF7-4687-415B-A91D-DB43BEEBDF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464612" cy="6858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9" name="Rectangle 408">
            <a:extLst>
              <a:ext uri="{FF2B5EF4-FFF2-40B4-BE49-F238E27FC236}">
                <a16:creationId xmlns:a16="http://schemas.microsoft.com/office/drawing/2014/main" id="{8EFC09D2-72D2-4174-A2DF-1017D0FEB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0912" y="685800"/>
            <a:ext cx="6048935" cy="5486400"/>
          </a:xfrm>
          <a:prstGeom prst="rect">
            <a:avLst/>
          </a:prstGeom>
          <a:solidFill>
            <a:schemeClr val="bg1"/>
          </a:solidFill>
          <a:ln w="1270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33091E5-DE9F-6BB9-17CB-43EE51E3E715}"/>
              </a:ext>
            </a:extLst>
          </p:cNvPr>
          <p:cNvSpPr>
            <a:spLocks noGrp="1"/>
          </p:cNvSpPr>
          <p:nvPr>
            <p:ph type="title"/>
          </p:nvPr>
        </p:nvSpPr>
        <p:spPr>
          <a:xfrm>
            <a:off x="7469064" y="374905"/>
            <a:ext cx="4403822" cy="1065313"/>
          </a:xfrm>
        </p:spPr>
        <p:txBody>
          <a:bodyPr anchor="b">
            <a:normAutofit/>
          </a:bodyPr>
          <a:lstStyle/>
          <a:p>
            <a:pPr algn="ctr"/>
            <a:r>
              <a:rPr lang="en-GB" sz="3200">
                <a:latin typeface="Calibri"/>
                <a:ea typeface="Calibri"/>
                <a:cs typeface="Calibri"/>
              </a:rPr>
              <a:t>Task Priority &amp; </a:t>
            </a:r>
            <a:br>
              <a:rPr lang="en-GB" sz="3200">
                <a:latin typeface="Calibri"/>
                <a:ea typeface="Calibri"/>
                <a:cs typeface="Calibri"/>
              </a:rPr>
            </a:br>
            <a:r>
              <a:rPr lang="en-GB" sz="3200">
                <a:latin typeface="Calibri"/>
                <a:ea typeface="Calibri"/>
                <a:cs typeface="Calibri"/>
              </a:rPr>
              <a:t>Interrupt System</a:t>
            </a:r>
            <a:endParaRPr lang="en-US" sz="3200">
              <a:latin typeface="Calibri"/>
              <a:ea typeface="Calibri"/>
              <a:cs typeface="Calibri"/>
            </a:endParaRPr>
          </a:p>
        </p:txBody>
      </p:sp>
      <p:sp>
        <p:nvSpPr>
          <p:cNvPr id="3" name="Content Placeholder 2">
            <a:extLst>
              <a:ext uri="{FF2B5EF4-FFF2-40B4-BE49-F238E27FC236}">
                <a16:creationId xmlns:a16="http://schemas.microsoft.com/office/drawing/2014/main" id="{F439AA3B-F702-154E-AF55-D2370413B7BF}"/>
              </a:ext>
            </a:extLst>
          </p:cNvPr>
          <p:cNvSpPr>
            <a:spLocks noGrp="1"/>
          </p:cNvSpPr>
          <p:nvPr>
            <p:ph idx="1"/>
          </p:nvPr>
        </p:nvSpPr>
        <p:spPr>
          <a:xfrm>
            <a:off x="7675323" y="1825625"/>
            <a:ext cx="3678477" cy="3046544"/>
          </a:xfrm>
        </p:spPr>
        <p:txBody>
          <a:bodyPr vert="horz" lIns="91440" tIns="45720" rIns="91440" bIns="45720" rtlCol="0" anchor="t">
            <a:normAutofit lnSpcReduction="10000"/>
          </a:bodyPr>
          <a:lstStyle/>
          <a:p>
            <a:pPr marL="0" indent="0">
              <a:buNone/>
            </a:pPr>
            <a:r>
              <a:rPr lang="en-US" sz="2400">
                <a:latin typeface="Calibri"/>
                <a:ea typeface="Calibri"/>
                <a:cs typeface="Calibri"/>
              </a:rPr>
              <a:t>Interrupt System</a:t>
            </a:r>
          </a:p>
          <a:p>
            <a:r>
              <a:rPr lang="en-US" sz="2000">
                <a:latin typeface="Calibri"/>
                <a:ea typeface="Calibri"/>
                <a:cs typeface="Calibri"/>
              </a:rPr>
              <a:t>Higher-priority tasks override lower-priority tasks</a:t>
            </a:r>
          </a:p>
          <a:p>
            <a:r>
              <a:rPr lang="en-US" sz="2000" b="1">
                <a:latin typeface="Calibri"/>
                <a:ea typeface="Calibri"/>
                <a:cs typeface="Calibri"/>
              </a:rPr>
              <a:t>Emergency</a:t>
            </a:r>
            <a:r>
              <a:rPr lang="en-US" sz="2000">
                <a:latin typeface="Calibri"/>
                <a:ea typeface="Calibri"/>
                <a:cs typeface="Calibri"/>
              </a:rPr>
              <a:t> stops all ongoing functions instantly</a:t>
            </a:r>
          </a:p>
          <a:p>
            <a:pPr marL="0" indent="0">
              <a:buNone/>
            </a:pPr>
            <a:r>
              <a:rPr lang="en-US" sz="2400">
                <a:latin typeface="Calibri"/>
                <a:ea typeface="Calibri"/>
                <a:cs typeface="Calibri"/>
              </a:rPr>
              <a:t>Button Control</a:t>
            </a:r>
          </a:p>
          <a:p>
            <a:r>
              <a:rPr lang="en-US" sz="2000">
                <a:latin typeface="Calibri"/>
                <a:ea typeface="Calibri"/>
                <a:cs typeface="Calibri"/>
              </a:rPr>
              <a:t>Long Press → Emergency Mode</a:t>
            </a:r>
          </a:p>
          <a:p>
            <a:r>
              <a:rPr lang="en-US" sz="2000">
                <a:latin typeface="Calibri"/>
                <a:ea typeface="Calibri"/>
                <a:cs typeface="Calibri"/>
              </a:rPr>
              <a:t>Short Press → Active Listening Mode</a:t>
            </a:r>
          </a:p>
        </p:txBody>
      </p:sp>
      <p:graphicFrame>
        <p:nvGraphicFramePr>
          <p:cNvPr id="356" name="Diagram 355">
            <a:extLst>
              <a:ext uri="{FF2B5EF4-FFF2-40B4-BE49-F238E27FC236}">
                <a16:creationId xmlns:a16="http://schemas.microsoft.com/office/drawing/2014/main" id="{D4B5D13F-153E-7B09-309B-29F3197DAA10}"/>
              </a:ext>
            </a:extLst>
          </p:cNvPr>
          <p:cNvGraphicFramePr/>
          <p:nvPr>
            <p:extLst>
              <p:ext uri="{D42A27DB-BD31-4B8C-83A1-F6EECF244321}">
                <p14:modId xmlns:p14="http://schemas.microsoft.com/office/powerpoint/2010/main" val="3814004455"/>
              </p:ext>
            </p:extLst>
          </p:nvPr>
        </p:nvGraphicFramePr>
        <p:xfrm>
          <a:off x="1702640" y="912899"/>
          <a:ext cx="4063809" cy="502999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394877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chemeClr val="bg1">
              <a:lumMod val="75000"/>
            </a:schemeClr>
          </a:solidFill>
          <a:ln w="539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04DCF19-30AA-088A-70F4-2564872AC70F}"/>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4000" kern="1200">
                <a:solidFill>
                  <a:srgbClr val="FFFFFF"/>
                </a:solidFill>
                <a:latin typeface="Calibri"/>
                <a:ea typeface="Calibri"/>
                <a:cs typeface="Calibri"/>
              </a:rPr>
              <a:t>System Working Flowchart</a:t>
            </a:r>
          </a:p>
        </p:txBody>
      </p:sp>
      <p:pic>
        <p:nvPicPr>
          <p:cNvPr id="4" name="Content Placeholder 3" descr="A diagram of a system&#10;&#10;AI-generated content may be incorrect.">
            <a:extLst>
              <a:ext uri="{FF2B5EF4-FFF2-40B4-BE49-F238E27FC236}">
                <a16:creationId xmlns:a16="http://schemas.microsoft.com/office/drawing/2014/main" id="{2AC8976D-8095-3920-38D8-9457451D15B4}"/>
              </a:ext>
            </a:extLst>
          </p:cNvPr>
          <p:cNvPicPr>
            <a:picLocks noGrp="1" noChangeAspect="1"/>
          </p:cNvPicPr>
          <p:nvPr>
            <p:ph idx="1"/>
          </p:nvPr>
        </p:nvPicPr>
        <p:blipFill>
          <a:blip r:embed="rId2"/>
          <a:srcRect l="4143" r="6826" b="30551"/>
          <a:stretch>
            <a:fillRect/>
          </a:stretch>
        </p:blipFill>
        <p:spPr>
          <a:xfrm>
            <a:off x="5047290" y="458409"/>
            <a:ext cx="5883989" cy="5927967"/>
          </a:xfrm>
          <a:prstGeom prst="rect">
            <a:avLst/>
          </a:prstGeom>
        </p:spPr>
      </p:pic>
    </p:spTree>
    <p:extLst>
      <p:ext uri="{BB962C8B-B14F-4D97-AF65-F5344CB8AC3E}">
        <p14:creationId xmlns:p14="http://schemas.microsoft.com/office/powerpoint/2010/main" val="13683049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9" name="Rectangle 68">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67FA74E-52D5-D0DB-BB2F-EAFBDE4506FE}"/>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600" kern="1200">
                <a:solidFill>
                  <a:srgbClr val="FFFFFF"/>
                </a:solidFill>
                <a:latin typeface="Calibri"/>
                <a:ea typeface="Calibri"/>
                <a:cs typeface="Calibri"/>
              </a:rPr>
              <a:t>Safety &amp; Security Features</a:t>
            </a:r>
          </a:p>
        </p:txBody>
      </p:sp>
      <p:graphicFrame>
        <p:nvGraphicFramePr>
          <p:cNvPr id="24" name="Text Placeholder 3">
            <a:extLst>
              <a:ext uri="{FF2B5EF4-FFF2-40B4-BE49-F238E27FC236}">
                <a16:creationId xmlns:a16="http://schemas.microsoft.com/office/drawing/2014/main" id="{AE35FF6A-6A80-BAEF-3D47-EE8759D56FA2}"/>
              </a:ext>
            </a:extLst>
          </p:cNvPr>
          <p:cNvGraphicFramePr/>
          <p:nvPr>
            <p:extLst>
              <p:ext uri="{D42A27DB-BD31-4B8C-83A1-F6EECF244321}">
                <p14:modId xmlns:p14="http://schemas.microsoft.com/office/powerpoint/2010/main" val="258281849"/>
              </p:ext>
            </p:extLst>
          </p:nvPr>
        </p:nvGraphicFramePr>
        <p:xfrm>
          <a:off x="4367129" y="638313"/>
          <a:ext cx="7182319" cy="55893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314145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A0ED7B-1405-95D9-C1C8-D085411070AC}"/>
              </a:ext>
            </a:extLst>
          </p:cNvPr>
          <p:cNvSpPr>
            <a:spLocks noGrp="1"/>
          </p:cNvSpPr>
          <p:nvPr>
            <p:ph type="title"/>
          </p:nvPr>
        </p:nvSpPr>
        <p:spPr>
          <a:xfrm>
            <a:off x="838200" y="365125"/>
            <a:ext cx="10515600" cy="928906"/>
          </a:xfrm>
        </p:spPr>
        <p:txBody>
          <a:bodyPr>
            <a:normAutofit/>
          </a:bodyPr>
          <a:lstStyle/>
          <a:p>
            <a:r>
              <a:rPr lang="en-GB" sz="4000">
                <a:latin typeface="Calibri"/>
                <a:ea typeface="Calibri"/>
                <a:cs typeface="Calibri"/>
              </a:rPr>
              <a:t>Future Enhancements &amp; Innovations</a:t>
            </a:r>
            <a:endParaRPr lang="en-US" sz="4000">
              <a:latin typeface="Calibri"/>
              <a:ea typeface="Calibri"/>
              <a:cs typeface="Calibri"/>
            </a:endParaRPr>
          </a:p>
        </p:txBody>
      </p:sp>
      <p:sp>
        <p:nvSpPr>
          <p:cNvPr id="4" name="Text Placeholder 3">
            <a:extLst>
              <a:ext uri="{FF2B5EF4-FFF2-40B4-BE49-F238E27FC236}">
                <a16:creationId xmlns:a16="http://schemas.microsoft.com/office/drawing/2014/main" id="{224B44C7-0994-908F-E2D1-364E791A4649}"/>
              </a:ext>
            </a:extLst>
          </p:cNvPr>
          <p:cNvSpPr>
            <a:spLocks noGrp="1"/>
          </p:cNvSpPr>
          <p:nvPr>
            <p:ph idx="1"/>
          </p:nvPr>
        </p:nvSpPr>
        <p:spPr>
          <a:xfrm>
            <a:off x="838200" y="1428968"/>
            <a:ext cx="10515600" cy="4351338"/>
          </a:xfrm>
        </p:spPr>
        <p:txBody>
          <a:bodyPr vert="horz" lIns="91440" tIns="45720" rIns="91440" bIns="45720" rtlCol="0" anchor="t">
            <a:normAutofit/>
          </a:bodyPr>
          <a:lstStyle/>
          <a:p>
            <a:r>
              <a:rPr lang="en-US" sz="2000">
                <a:latin typeface="Calibri"/>
                <a:ea typeface="Calibri"/>
                <a:cs typeface="Calibri"/>
              </a:rPr>
              <a:t>🧠Improved Voice Recognition</a:t>
            </a:r>
            <a:br>
              <a:rPr lang="en-US" sz="1800" dirty="0">
                <a:latin typeface="Calibri"/>
                <a:ea typeface="Calibri"/>
                <a:cs typeface="Calibri"/>
              </a:rPr>
            </a:br>
            <a:r>
              <a:rPr lang="en-US" sz="1800">
                <a:latin typeface="Calibri"/>
                <a:ea typeface="Calibri"/>
                <a:cs typeface="Calibri"/>
              </a:rPr>
              <a:t> Enhance accuracy and support multiple local languages.</a:t>
            </a:r>
          </a:p>
          <a:p>
            <a:r>
              <a:rPr lang="en-US" sz="2000">
                <a:latin typeface="Calibri"/>
                <a:ea typeface="Calibri"/>
                <a:cs typeface="Calibri"/>
              </a:rPr>
              <a:t>📱Caregiver Mobile Alerts</a:t>
            </a:r>
            <a:br>
              <a:rPr lang="en-US" sz="1800" dirty="0">
                <a:latin typeface="Calibri"/>
                <a:ea typeface="Calibri"/>
                <a:cs typeface="Calibri"/>
              </a:rPr>
            </a:br>
            <a:r>
              <a:rPr lang="en-US" sz="1800">
                <a:latin typeface="Calibri"/>
                <a:ea typeface="Calibri"/>
                <a:cs typeface="Calibri"/>
              </a:rPr>
              <a:t> Send emergency notifications to a mobile app for faster response.</a:t>
            </a:r>
          </a:p>
          <a:p>
            <a:r>
              <a:rPr lang="en-US" sz="2000" dirty="0">
                <a:latin typeface="Calibri"/>
                <a:ea typeface="Calibri"/>
                <a:cs typeface="Calibri"/>
              </a:rPr>
              <a:t>🏠Smart Home Control</a:t>
            </a:r>
            <a:br>
              <a:rPr lang="en-US" sz="1800" dirty="0">
                <a:latin typeface="Calibri"/>
                <a:ea typeface="Calibri"/>
                <a:cs typeface="Calibri"/>
              </a:rPr>
            </a:br>
            <a:r>
              <a:rPr lang="en-US" sz="1800" dirty="0">
                <a:latin typeface="Calibri"/>
                <a:ea typeface="Calibri"/>
                <a:cs typeface="Calibri"/>
              </a:rPr>
              <a:t> Control lights, fans, and other appliances through voice commands.</a:t>
            </a:r>
          </a:p>
          <a:p>
            <a:r>
              <a:rPr lang="en-US" sz="2000">
                <a:latin typeface="Calibri"/>
                <a:ea typeface="Calibri"/>
                <a:cs typeface="Calibri"/>
              </a:rPr>
              <a:t>💊Automated Medicine Dispenser</a:t>
            </a:r>
            <a:br>
              <a:rPr lang="en-US" sz="1800" dirty="0">
                <a:latin typeface="Calibri"/>
                <a:ea typeface="Calibri"/>
                <a:cs typeface="Calibri"/>
              </a:rPr>
            </a:br>
            <a:r>
              <a:rPr lang="en-US" sz="1800">
                <a:latin typeface="Calibri"/>
                <a:ea typeface="Calibri"/>
                <a:cs typeface="Calibri"/>
              </a:rPr>
              <a:t> Integrate a smart medicine box for automatic pill dispensing.</a:t>
            </a:r>
          </a:p>
          <a:p>
            <a:r>
              <a:rPr lang="en-US" sz="2000">
                <a:latin typeface="Calibri"/>
                <a:ea typeface="Calibri"/>
                <a:cs typeface="Calibri"/>
              </a:rPr>
              <a:t>📍Location Tracking for Safety</a:t>
            </a:r>
            <a:br>
              <a:rPr lang="en-US" sz="1800" dirty="0">
                <a:latin typeface="Calibri"/>
                <a:ea typeface="Calibri"/>
                <a:cs typeface="Calibri"/>
              </a:rPr>
            </a:br>
            <a:r>
              <a:rPr lang="en-US" sz="1800">
                <a:latin typeface="Calibri"/>
                <a:ea typeface="Calibri"/>
                <a:cs typeface="Calibri"/>
              </a:rPr>
              <a:t> Add GPS module to track the user location during emergencies.</a:t>
            </a:r>
          </a:p>
          <a:p>
            <a:r>
              <a:rPr lang="en-US" sz="2000" dirty="0">
                <a:latin typeface="Calibri"/>
                <a:ea typeface="Calibri"/>
                <a:cs typeface="Calibri"/>
              </a:rPr>
              <a:t>🤖AI-Based Health Monitoring</a:t>
            </a:r>
            <a:br>
              <a:rPr lang="en-US" sz="1800" dirty="0">
                <a:latin typeface="Calibri"/>
                <a:ea typeface="Calibri"/>
                <a:cs typeface="Calibri"/>
              </a:rPr>
            </a:br>
            <a:r>
              <a:rPr lang="en-US" sz="1800" dirty="0">
                <a:latin typeface="Calibri"/>
                <a:ea typeface="Calibri"/>
                <a:cs typeface="Calibri"/>
              </a:rPr>
              <a:t> Future integration with sensors to monitor health conditions.</a:t>
            </a:r>
          </a:p>
        </p:txBody>
      </p:sp>
    </p:spTree>
    <p:extLst>
      <p:ext uri="{BB962C8B-B14F-4D97-AF65-F5344CB8AC3E}">
        <p14:creationId xmlns:p14="http://schemas.microsoft.com/office/powerpoint/2010/main" val="10185180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F7FFCC-6D3A-70BB-9D01-6152D06FFC82}"/>
              </a:ext>
            </a:extLst>
          </p:cNvPr>
          <p:cNvSpPr>
            <a:spLocks noGrp="1"/>
          </p:cNvSpPr>
          <p:nvPr>
            <p:ph type="title"/>
          </p:nvPr>
        </p:nvSpPr>
        <p:spPr>
          <a:xfrm>
            <a:off x="840995" y="423939"/>
            <a:ext cx="10515600" cy="948755"/>
          </a:xfrm>
        </p:spPr>
        <p:txBody>
          <a:bodyPr>
            <a:normAutofit/>
          </a:bodyPr>
          <a:lstStyle/>
          <a:p>
            <a:r>
              <a:rPr lang="en-GB" sz="4000">
                <a:latin typeface="Calibri"/>
                <a:ea typeface="Calibri"/>
                <a:cs typeface="Calibri"/>
              </a:rPr>
              <a:t>Applications &amp; Social Impact</a:t>
            </a:r>
            <a:endParaRPr lang="en-US" sz="4000">
              <a:latin typeface="Calibri"/>
              <a:ea typeface="Calibri"/>
              <a:cs typeface="Calibri"/>
            </a:endParaRPr>
          </a:p>
        </p:txBody>
      </p:sp>
      <p:sp>
        <p:nvSpPr>
          <p:cNvPr id="5" name="TextBox 4">
            <a:extLst>
              <a:ext uri="{FF2B5EF4-FFF2-40B4-BE49-F238E27FC236}">
                <a16:creationId xmlns:a16="http://schemas.microsoft.com/office/drawing/2014/main" id="{BC97E016-EAF5-174C-ABE4-6130E0A41571}"/>
              </a:ext>
            </a:extLst>
          </p:cNvPr>
          <p:cNvSpPr txBox="1"/>
          <p:nvPr/>
        </p:nvSpPr>
        <p:spPr>
          <a:xfrm>
            <a:off x="1150999" y="1715987"/>
            <a:ext cx="2700593" cy="2616101"/>
          </a:xfrm>
          <a:prstGeom prst="rect">
            <a:avLst/>
          </a:prstGeom>
          <a:noFill/>
          <a:ln>
            <a:noFill/>
          </a:ln>
        </p:spPr>
        <p:txBody>
          <a:bodyPr wrap="square" lIns="91440" tIns="45720" rIns="91440" bIns="45720" rtlCol="0" anchor="t">
            <a:spAutoFit/>
          </a:bodyPr>
          <a:lstStyle/>
          <a:p>
            <a:r>
              <a:rPr lang="en-GB" sz="2400">
                <a:latin typeface="Calibri"/>
                <a:ea typeface="Calibri"/>
                <a:cs typeface="Calibri"/>
              </a:rPr>
              <a:t>Applications</a:t>
            </a:r>
            <a:endParaRPr lang="en-US"/>
          </a:p>
          <a:p>
            <a:r>
              <a:rPr lang="en-GB" sz="2000" dirty="0">
                <a:latin typeface="Calibri"/>
                <a:ea typeface="Calibri"/>
                <a:cs typeface="Calibri"/>
              </a:rPr>
              <a:t>Suitable for homes, old age homes, rural healthcare </a:t>
            </a:r>
            <a:r>
              <a:rPr lang="en-GB" sz="2000">
                <a:latin typeface="Calibri"/>
                <a:ea typeface="Calibri"/>
                <a:cs typeface="Calibri"/>
              </a:rPr>
              <a:t>centres</a:t>
            </a:r>
            <a:r>
              <a:rPr lang="en-GB" sz="2000" dirty="0">
                <a:latin typeface="Calibri"/>
                <a:ea typeface="Calibri"/>
                <a:cs typeface="Calibri"/>
              </a:rPr>
              <a:t>, assisted living facilities, and community-based senior support programs.</a:t>
            </a:r>
          </a:p>
        </p:txBody>
      </p:sp>
      <p:sp>
        <p:nvSpPr>
          <p:cNvPr id="6" name="TextBox 5">
            <a:extLst>
              <a:ext uri="{FF2B5EF4-FFF2-40B4-BE49-F238E27FC236}">
                <a16:creationId xmlns:a16="http://schemas.microsoft.com/office/drawing/2014/main" id="{65875ECB-FB85-8572-865D-62705426990D}"/>
              </a:ext>
            </a:extLst>
          </p:cNvPr>
          <p:cNvSpPr txBox="1"/>
          <p:nvPr/>
        </p:nvSpPr>
        <p:spPr>
          <a:xfrm>
            <a:off x="4820695" y="1726424"/>
            <a:ext cx="2561420" cy="2616101"/>
          </a:xfrm>
          <a:prstGeom prst="rect">
            <a:avLst/>
          </a:prstGeom>
          <a:noFill/>
          <a:ln>
            <a:noFill/>
          </a:ln>
        </p:spPr>
        <p:txBody>
          <a:bodyPr wrap="square" lIns="91440" tIns="45720" rIns="91440" bIns="45720" rtlCol="0" anchor="t">
            <a:spAutoFit/>
          </a:bodyPr>
          <a:lstStyle/>
          <a:p>
            <a:r>
              <a:rPr lang="en-GB" sz="2400">
                <a:latin typeface="Calibri"/>
                <a:ea typeface="Calibri"/>
                <a:cs typeface="Calibri"/>
              </a:rPr>
              <a:t>Social impact</a:t>
            </a:r>
            <a:endParaRPr lang="en-US" sz="2400">
              <a:latin typeface="Calibri"/>
              <a:ea typeface="Calibri"/>
              <a:cs typeface="Calibri"/>
            </a:endParaRPr>
          </a:p>
          <a:p>
            <a:r>
              <a:rPr lang="en-GB" sz="2000">
                <a:latin typeface="Calibri"/>
                <a:ea typeface="Calibri"/>
                <a:cs typeface="Calibri"/>
              </a:rPr>
              <a:t>Improves safety and independence of senior citizens, reduces caregiver stress, and enables reliable emergency support.</a:t>
            </a:r>
            <a:endParaRPr lang="en-US" sz="2000">
              <a:latin typeface="Calibri"/>
              <a:ea typeface="Calibri"/>
              <a:cs typeface="Calibri"/>
            </a:endParaRPr>
          </a:p>
        </p:txBody>
      </p:sp>
      <p:sp>
        <p:nvSpPr>
          <p:cNvPr id="4" name="TextBox 3">
            <a:extLst>
              <a:ext uri="{FF2B5EF4-FFF2-40B4-BE49-F238E27FC236}">
                <a16:creationId xmlns:a16="http://schemas.microsoft.com/office/drawing/2014/main" id="{50427D06-60C6-96F6-6295-44759A6FC7BC}"/>
              </a:ext>
            </a:extLst>
          </p:cNvPr>
          <p:cNvSpPr txBox="1"/>
          <p:nvPr/>
        </p:nvSpPr>
        <p:spPr>
          <a:xfrm>
            <a:off x="836991" y="1709107"/>
            <a:ext cx="30802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2400">
                <a:latin typeface="Calibri"/>
                <a:ea typeface="Calibri"/>
                <a:cs typeface="Calibri"/>
              </a:rPr>
              <a:t>🏠</a:t>
            </a:r>
            <a:endParaRPr lang="en-US" sz="2400">
              <a:latin typeface="Calibri"/>
              <a:ea typeface="Calibri"/>
              <a:cs typeface="Calibri"/>
            </a:endParaRPr>
          </a:p>
        </p:txBody>
      </p:sp>
      <p:sp>
        <p:nvSpPr>
          <p:cNvPr id="7" name="TextBox 6">
            <a:extLst>
              <a:ext uri="{FF2B5EF4-FFF2-40B4-BE49-F238E27FC236}">
                <a16:creationId xmlns:a16="http://schemas.microsoft.com/office/drawing/2014/main" id="{DA9AD15D-EF77-D676-3234-A39311C1860C}"/>
              </a:ext>
            </a:extLst>
          </p:cNvPr>
          <p:cNvSpPr txBox="1"/>
          <p:nvPr/>
        </p:nvSpPr>
        <p:spPr>
          <a:xfrm>
            <a:off x="4539787" y="1712672"/>
            <a:ext cx="280018"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2400">
                <a:latin typeface="Calibri"/>
                <a:ea typeface="Calibri"/>
                <a:cs typeface="Calibri"/>
              </a:rPr>
              <a:t>🌍</a:t>
            </a:r>
            <a:endParaRPr lang="en-US" sz="2400">
              <a:latin typeface="Calibri"/>
              <a:ea typeface="Calibri"/>
              <a:cs typeface="Calibri"/>
            </a:endParaRPr>
          </a:p>
        </p:txBody>
      </p:sp>
      <p:sp>
        <p:nvSpPr>
          <p:cNvPr id="8" name="TextBox 7">
            <a:extLst>
              <a:ext uri="{FF2B5EF4-FFF2-40B4-BE49-F238E27FC236}">
                <a16:creationId xmlns:a16="http://schemas.microsoft.com/office/drawing/2014/main" id="{85EE1719-5CF0-8F9F-9DC8-059BA8205471}"/>
              </a:ext>
            </a:extLst>
          </p:cNvPr>
          <p:cNvSpPr txBox="1"/>
          <p:nvPr/>
        </p:nvSpPr>
        <p:spPr>
          <a:xfrm>
            <a:off x="8065703" y="1715985"/>
            <a:ext cx="378024"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2400">
                <a:latin typeface="Calibri"/>
                <a:ea typeface="Calibri"/>
                <a:cs typeface="Calibri"/>
              </a:rPr>
              <a:t>👥</a:t>
            </a:r>
            <a:endParaRPr lang="en-US" sz="2400">
              <a:latin typeface="Calibri"/>
              <a:ea typeface="Calibri"/>
              <a:cs typeface="Calibri"/>
            </a:endParaRPr>
          </a:p>
        </p:txBody>
      </p:sp>
      <p:sp>
        <p:nvSpPr>
          <p:cNvPr id="9" name="TextBox 8">
            <a:extLst>
              <a:ext uri="{FF2B5EF4-FFF2-40B4-BE49-F238E27FC236}">
                <a16:creationId xmlns:a16="http://schemas.microsoft.com/office/drawing/2014/main" id="{CFDD2537-C979-4903-82C8-45AE1EFBD8BA}"/>
              </a:ext>
            </a:extLst>
          </p:cNvPr>
          <p:cNvSpPr txBox="1"/>
          <p:nvPr/>
        </p:nvSpPr>
        <p:spPr>
          <a:xfrm>
            <a:off x="8445472" y="1711924"/>
            <a:ext cx="2532170"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a:latin typeface="Calibri"/>
                <a:ea typeface="Calibri"/>
                <a:cs typeface="Calibri"/>
              </a:rPr>
              <a:t>Target Users</a:t>
            </a:r>
          </a:p>
          <a:p>
            <a:r>
              <a:rPr lang="en-GB" sz="2000" dirty="0">
                <a:latin typeface="Calibri"/>
                <a:ea typeface="Calibri"/>
                <a:cs typeface="Calibri"/>
              </a:rPr>
              <a:t>Senior citizens living independently, elderly individuals in assisted care environments, and caregivers </a:t>
            </a:r>
            <a:r>
              <a:rPr lang="en-GB" sz="2000">
                <a:latin typeface="Calibri"/>
                <a:ea typeface="Calibri"/>
                <a:cs typeface="Calibri"/>
              </a:rPr>
              <a:t>checking</a:t>
            </a:r>
            <a:r>
              <a:rPr lang="en-GB" sz="2000" dirty="0">
                <a:latin typeface="Calibri"/>
                <a:ea typeface="Calibri"/>
                <a:cs typeface="Calibri"/>
              </a:rPr>
              <a:t> remotely.</a:t>
            </a:r>
            <a:endParaRPr lang="en-US" sz="2000" dirty="0">
              <a:latin typeface="Calibri"/>
              <a:ea typeface="Calibri"/>
              <a:cs typeface="Calibri"/>
            </a:endParaRPr>
          </a:p>
        </p:txBody>
      </p:sp>
    </p:spTree>
    <p:extLst>
      <p:ext uri="{BB962C8B-B14F-4D97-AF65-F5344CB8AC3E}">
        <p14:creationId xmlns:p14="http://schemas.microsoft.com/office/powerpoint/2010/main" val="42148389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A8149A4-378A-2AC2-21DD-2629AFE902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084E35-6D16-B071-3734-F1E5845C81F7}"/>
              </a:ext>
            </a:extLst>
          </p:cNvPr>
          <p:cNvSpPr>
            <a:spLocks noGrp="1"/>
          </p:cNvSpPr>
          <p:nvPr>
            <p:ph type="title"/>
          </p:nvPr>
        </p:nvSpPr>
        <p:spPr>
          <a:xfrm>
            <a:off x="838200" y="459863"/>
            <a:ext cx="10515600" cy="1004594"/>
          </a:xfrm>
        </p:spPr>
        <p:txBody>
          <a:bodyPr>
            <a:normAutofit/>
          </a:bodyPr>
          <a:lstStyle/>
          <a:p>
            <a:pPr algn="ctr"/>
            <a:r>
              <a:rPr lang="en-GB">
                <a:latin typeface="Calibri"/>
                <a:ea typeface="Calibri"/>
                <a:cs typeface="Calibri"/>
              </a:rPr>
              <a:t>Conclusion</a:t>
            </a:r>
            <a:endParaRPr lang="en-US">
              <a:latin typeface="Calibri"/>
              <a:ea typeface="Calibri"/>
              <a:cs typeface="Calibri"/>
            </a:endParaRPr>
          </a:p>
        </p:txBody>
      </p:sp>
      <p:graphicFrame>
        <p:nvGraphicFramePr>
          <p:cNvPr id="100" name="Content Placeholder 2">
            <a:extLst>
              <a:ext uri="{FF2B5EF4-FFF2-40B4-BE49-F238E27FC236}">
                <a16:creationId xmlns:a16="http://schemas.microsoft.com/office/drawing/2014/main" id="{CD8CA870-ECB2-A433-56EA-5E3E37729A8E}"/>
              </a:ext>
              <a:ext uri="{C183D7F6-B498-43B3-948B-1728B52AA6E4}">
                <adec:decorative xmlns:adec="http://schemas.microsoft.com/office/drawing/2017/decorative" val="1"/>
              </a:ext>
            </a:extLst>
          </p:cNvPr>
          <p:cNvGraphicFramePr>
            <a:graphicFrameLocks noGrp="1"/>
          </p:cNvGraphicFramePr>
          <p:nvPr>
            <p:ph idx="1"/>
          </p:nvPr>
        </p:nvGraphicFramePr>
        <p:xfrm>
          <a:off x="838200" y="1466884"/>
          <a:ext cx="10962361" cy="320103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247" name="TextBox 1246">
            <a:extLst>
              <a:ext uri="{FF2B5EF4-FFF2-40B4-BE49-F238E27FC236}">
                <a16:creationId xmlns:a16="http://schemas.microsoft.com/office/drawing/2014/main" id="{F6060976-6F9B-3E79-931B-0674E96EA724}"/>
              </a:ext>
            </a:extLst>
          </p:cNvPr>
          <p:cNvSpPr txBox="1"/>
          <p:nvPr/>
        </p:nvSpPr>
        <p:spPr>
          <a:xfrm>
            <a:off x="1354715" y="4658739"/>
            <a:ext cx="9479797" cy="1077218"/>
          </a:xfrm>
          <a:prstGeom prst="rect">
            <a:avLst/>
          </a:prstGeom>
          <a:noFill/>
          <a:ln>
            <a:solidFill>
              <a:schemeClr val="tx2">
                <a:lumMod val="75000"/>
                <a:lumOff val="25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2000" dirty="0">
                <a:latin typeface="Calibri"/>
                <a:ea typeface="Calibri"/>
                <a:cs typeface="Calibri"/>
              </a:rPr>
              <a:t>L</a:t>
            </a:r>
            <a:r>
              <a:rPr lang="en-US" sz="2000" dirty="0">
                <a:latin typeface="Calibri"/>
                <a:ea typeface="Calibri"/>
                <a:cs typeface="Calibri"/>
              </a:rPr>
              <a:t>umi is a reliable, language-friendly, and safety-focused voice assistant designed to enhance independence and confidence among senior citizens.</a:t>
            </a:r>
          </a:p>
          <a:p>
            <a:pPr algn="ctr"/>
            <a:r>
              <a:rPr lang="en-US" sz="2400" i="1">
                <a:latin typeface="Calibri"/>
                <a:ea typeface="Calibri"/>
                <a:cs typeface="Calibri"/>
              </a:rPr>
              <a:t>Thank YOU!!</a:t>
            </a:r>
          </a:p>
        </p:txBody>
      </p:sp>
    </p:spTree>
    <p:extLst>
      <p:ext uri="{BB962C8B-B14F-4D97-AF65-F5344CB8AC3E}">
        <p14:creationId xmlns:p14="http://schemas.microsoft.com/office/powerpoint/2010/main" val="2600340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1041</Words>
  <Application>Microsoft Office PowerPoint</Application>
  <PresentationFormat>Widescreen</PresentationFormat>
  <Paragraphs>221</Paragraphs>
  <Slides>17</Slides>
  <Notes>1</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Office Theme</vt:lpstr>
      <vt:lpstr>Localized Voice Assistant for Senior Citizens</vt:lpstr>
      <vt:lpstr>Introduction</vt:lpstr>
      <vt:lpstr>Stakeholders – QBL Analysis</vt:lpstr>
      <vt:lpstr>Problem Statement</vt:lpstr>
      <vt:lpstr>Need for the Proposed System</vt:lpstr>
      <vt:lpstr>Existing Systems &amp; Limitations</vt:lpstr>
      <vt:lpstr>Objectives</vt:lpstr>
      <vt:lpstr>Our Proposed System</vt:lpstr>
      <vt:lpstr>System Architecture Diagram</vt:lpstr>
      <vt:lpstr>Block Diagram</vt:lpstr>
      <vt:lpstr>Hardware Components Overview</vt:lpstr>
      <vt:lpstr>Task Priority &amp;  Interrupt System</vt:lpstr>
      <vt:lpstr>System Working Flowchart</vt:lpstr>
      <vt:lpstr>Safety &amp; Security Features</vt:lpstr>
      <vt:lpstr>Future Enhancements &amp; Innovations</vt:lpstr>
      <vt:lpstr>Applications &amp; Social Impact</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Localized Offline Voice Assistant for Senior Citizens</dc:title>
  <dc:creator>Thrinad geddada</dc:creator>
  <cp:lastModifiedBy>Thrinad geddada</cp:lastModifiedBy>
  <cp:revision>19</cp:revision>
  <dcterms:created xsi:type="dcterms:W3CDTF">2026-02-27T09:10:28Z</dcterms:created>
  <dcterms:modified xsi:type="dcterms:W3CDTF">2026-05-02T02:42:23Z</dcterms:modified>
</cp:coreProperties>
</file>